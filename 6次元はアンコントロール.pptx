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67" r:id="rId3"/>
    <p:sldId id="266" r:id="rId4"/>
    <p:sldId id="258" r:id="rId5"/>
    <p:sldId id="259" r:id="rId6"/>
    <p:sldId id="269" r:id="rId7"/>
    <p:sldId id="260" r:id="rId8"/>
    <p:sldId id="261" r:id="rId9"/>
    <p:sldId id="264" r:id="rId10"/>
    <p:sldId id="265" r:id="rId11"/>
    <p:sldId id="268" r:id="rId12"/>
    <p:sldId id="271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3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7185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49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36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あなたは今、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691640"/>
          </a:xfrm>
          <a:prstGeom prst="rect">
            <a:avLst/>
          </a:prstGeom>
          <a:solidFill>
            <a:srgbClr val="FDF0F6"/>
          </a:solidFill>
          <a:ln w="19050">
            <a:solidFill>
              <a:srgbClr val="F0AB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7955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何かを「コントロールしようとしている」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ことはありますか？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相手の反応、結果、タイミング、自分の感情……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56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思い当たるものを、胸の中に浮かべてみてください。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腑に落とす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今、うまくいっていないと感じていることを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ひとつ思い浮かべてみてください。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859536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54480"/>
            <a:ext cx="91440" cy="96012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その現実を、思考がどうジャッジしているか？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0299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「ダメだ」「遅い」「なぜ？」……思考の声をそのまま観てみる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8595360" cy="960120"/>
          </a:xfrm>
          <a:prstGeom prst="rect">
            <a:avLst/>
          </a:prstGeom>
          <a:solidFill>
            <a:srgbClr val="FDF0F6"/>
          </a:solidFill>
          <a:ln w="12700">
            <a:solidFill>
              <a:srgbClr val="F0AB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651760"/>
            <a:ext cx="91440" cy="96012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249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7249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もし、魂が仕組んだ最幸最善だとしたら？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12724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失敗も停滞も、魂がわざわざ用意した「完璧なルート」だとしたら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859536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749040"/>
            <a:ext cx="91440" cy="96012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221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8221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魂・神様の目線から見たら、この現実はどう見える？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224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ジャッジのない、愛だけの視点から——「全て完璧だよ」と感じてみる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6061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コントロールの正体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なぜコントロールしたくなるのか？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91440" cy="96012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📊  数字が気になる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6093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売上・反応・フォロワー数……目に見える指標に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意識が持っていかれ、今この瞬間を信頼できなくなる。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850392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86000"/>
            <a:ext cx="91440" cy="96012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⏱  短期目線になっている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706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「早く結果が出ないと」という焦りが生まれると、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魂の流れよりも「今すぐ動かせるもの」を握ろうとする。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383280"/>
            <a:ext cx="850392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383280"/>
            <a:ext cx="91440" cy="96012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🌌  宇宙を信頼していない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8039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「自分でやらないとうまくいかない」という前提がある限り、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アンコントロールには絶対に立てない。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solidFill>
            <a:srgbClr val="FDF0F6"/>
          </a:solidFill>
          <a:ln w="19050">
            <a:solidFill>
              <a:srgbClr val="F0AB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526280"/>
            <a:ext cx="91440" cy="4572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うまくいかない時こそ、アンコントロール</a:t>
            </a:r>
            <a:r>
              <a:rPr lang="ja-JP" altLang="en-US" sz="1500" b="1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を思い出す。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83051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次元別・コントロール観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次元によって「コントロール観」が変わる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423160" cy="3611880"/>
          </a:xfrm>
          <a:prstGeom prst="rect">
            <a:avLst/>
          </a:prstGeom>
          <a:solidFill>
            <a:srgbClr val="FAFAFA"/>
          </a:solidFill>
          <a:ln w="12700">
            <a:solidFill>
              <a:srgbClr val="F0AB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423160" cy="62179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4次元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思考・感情の世界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自分も相手も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「コントロールできる」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と思っている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58768"/>
            <a:ext cx="2057400" cy="40233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5876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コントロール幻想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170432"/>
            <a:ext cx="2423160" cy="3611880"/>
          </a:xfrm>
          <a:prstGeom prst="rect">
            <a:avLst/>
          </a:prstGeom>
          <a:solidFill>
            <a:srgbClr val="FAFAFA"/>
          </a:solidFill>
          <a:ln w="12700">
            <a:solidFill>
              <a:srgbClr val="F0AB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170432"/>
            <a:ext cx="2423160" cy="62179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7043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5次元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29000" y="187452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パラレルの世界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267712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相手はコントロールできない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でも「自分は信じたら大丈夫」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と思っている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20440" y="3858768"/>
            <a:ext cx="2057400" cy="40233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85876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自己信頼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170432"/>
            <a:ext cx="2423160" cy="3611880"/>
          </a:xfrm>
          <a:prstGeom prst="rect">
            <a:avLst/>
          </a:prstGeom>
          <a:solidFill>
            <a:srgbClr val="FDF0F6"/>
          </a:solidFill>
          <a:ln w="25400">
            <a:solidFill>
              <a:srgbClr val="E84C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170432"/>
            <a:ext cx="2423160" cy="621792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17043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6次元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92240" y="187452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魂・全てある世界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267712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相手も自分も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コントロールできない</a:t>
            </a:r>
            <a:endParaRPr lang="en-US" sz="1400" dirty="0"/>
          </a:p>
          <a:p>
            <a:pPr marL="0" indent="0" algn="ctr">
              <a:buNone/>
            </a:pPr>
            <a:r>
              <a:rPr lang="ja-JP" altLang="en-US" sz="1400" b="1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r>
              <a:rPr lang="en-US" sz="1400" b="1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これが腑に落ちた状態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3858768"/>
            <a:ext cx="2057400" cy="402336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85876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アンコントロール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よくある誤解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アンコントロールとは、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「何もしない」ということではない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3977640" cy="31089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647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❌  誤解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 行動しない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 ただ待つだけ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3101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 結果を諦める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8587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 なるようになれと流される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92040" y="1627632"/>
            <a:ext cx="3977640" cy="3108960"/>
          </a:xfrm>
          <a:prstGeom prst="rect">
            <a:avLst/>
          </a:prstGeom>
          <a:solidFill>
            <a:srgbClr val="FDF0F6"/>
          </a:solidFill>
          <a:ln w="19050">
            <a:solidFill>
              <a:srgbClr val="F0AB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7647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 本質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21284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 動く・感じる・選ぶ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76148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 結果を「握りしめない」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331012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 流れに乗りながら動く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385876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 支配できる幻想を手放す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0" y="2651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B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228600" y="4375404"/>
            <a:ext cx="8595360" cy="722376"/>
          </a:xfrm>
          <a:prstGeom prst="rect">
            <a:avLst/>
          </a:prstGeom>
          <a:solidFill>
            <a:srgbClr val="FDF0F6"/>
          </a:solidFill>
          <a:ln w="19050">
            <a:solidFill>
              <a:srgbClr val="F0AB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58571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行動しながら、結果を完全に支配できる幻想を手放す。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これがアンコントロール。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体感ワーク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「ゆるんでいるかどうか」が 6次元の判断基準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コントロールしようとしているとき、体は必ず力んでいる。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アンコントロールで委ねているとき、体はゆるんでいる。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50392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84832"/>
            <a:ext cx="384048" cy="384048"/>
          </a:xfrm>
          <a:prstGeom prst="ellipse">
            <a:avLst/>
          </a:prstGeom>
          <a:solidFill>
            <a:srgbClr val="F0ABCF"/>
          </a:solidFill>
          <a:ln w="12700">
            <a:solidFill>
              <a:srgbClr val="F0AB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75104"/>
            <a:ext cx="7726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コントロールの「力み」を感じる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7726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何かをコントロールしようとしている場面を思い浮かべる。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そのとき体はどこが締まっている？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（息が浅い・肩が上がる・お腹が固い・顎に力が入る）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50392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044952"/>
            <a:ext cx="384048" cy="384048"/>
          </a:xfrm>
          <a:prstGeom prst="ellipse">
            <a:avLst/>
          </a:prstGeom>
          <a:solidFill>
            <a:srgbClr val="F0ABCF"/>
          </a:solidFill>
          <a:ln w="12700">
            <a:solidFill>
              <a:srgbClr val="F0AB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35224"/>
            <a:ext cx="7726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ゆっくり息を吐いて、手を開いて、肩を落とす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7726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「委ねる」を体で表現してみる。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力んでいたところをひとつひとつほどいていく。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「全部、魂に任せた」とそっと思ってみる。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503920" cy="868680"/>
          </a:xfrm>
          <a:prstGeom prst="rect">
            <a:avLst/>
          </a:prstGeom>
          <a:solidFill>
            <a:srgbClr val="FDF0F6"/>
          </a:solidFill>
          <a:ln w="12700">
            <a:solidFill>
              <a:srgbClr val="F0AB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005072"/>
            <a:ext cx="384048" cy="384048"/>
          </a:xfrm>
          <a:prstGeom prst="ellipse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895344"/>
            <a:ext cx="7726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その「ゆるみ」を味わう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251960"/>
            <a:ext cx="7726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これがアンコントロールの体感。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頭がどう思っていても、体がゆるんでいれば6次元にいる。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体の感覚を正解にする。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６次元が腑に落ちると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「腑に落ちた」とき、何が起きるのか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AB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1344168"/>
            <a:ext cx="36576" cy="731520"/>
          </a:xfrm>
          <a:prstGeom prst="rect">
            <a:avLst/>
          </a:prstGeom>
          <a:solidFill>
            <a:srgbClr val="F0ABCF"/>
          </a:solidFill>
          <a:ln w="12700">
            <a:solidFill>
              <a:srgbClr val="F0AB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8930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「どうにかしよう」という力みが消えていく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8050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ただ「起きていること」を観ているだけになる。頑張ってコントロールしようとする緊張感がほどける。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774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AB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22960" y="2487168"/>
            <a:ext cx="36576" cy="731520"/>
          </a:xfrm>
          <a:prstGeom prst="rect">
            <a:avLst/>
          </a:prstGeom>
          <a:solidFill>
            <a:srgbClr val="F0ABCF"/>
          </a:solidFill>
          <a:ln w="12700">
            <a:solidFill>
              <a:srgbClr val="F0AB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43230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行動も結果も、実はコントロールできないと知る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私たちが「自分でやった」と思っていることさえ、魂が動かした流れのひとつ。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429000"/>
            <a:ext cx="859536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204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AB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22960" y="3630168"/>
            <a:ext cx="36576" cy="731520"/>
          </a:xfrm>
          <a:prstGeom prst="rect">
            <a:avLst/>
          </a:prstGeom>
          <a:solidFill>
            <a:srgbClr val="F0ABCF"/>
          </a:solidFill>
          <a:ln w="12700">
            <a:solidFill>
              <a:srgbClr val="F0AB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57530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「今ここで起きていること」が、嬉しくなる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97764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望まない現実も、思うようにいかない展開も——全部「わたしにとっての最幸最善」だとわかる。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思考 vs 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「思考の安心」と「体の喜び」は別物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77640" cy="3520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コントロール下にいると…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頭は「安心する」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計算できる、予測できる、想定内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でも、</a:t>
            </a:r>
            <a:r>
              <a:rPr lang="en-US" sz="150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体は鈍くなる。</a:t>
            </a:r>
            <a:r>
              <a:rPr lang="en-US" altLang="ja-JP" sz="150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静かに怒っている。</a:t>
            </a:r>
            <a:endParaRPr lang="en-US" sz="1500" dirty="0"/>
          </a:p>
          <a:p>
            <a:pPr marL="0" indent="0">
              <a:buNone/>
            </a:pPr>
            <a:r>
              <a:rPr lang="ja-JP" altLang="en-US" sz="150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魂が</a:t>
            </a:r>
            <a:r>
              <a:rPr lang="en-US" sz="150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喜んでいない。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560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AB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892040" y="1188720"/>
            <a:ext cx="3977640" cy="3520440"/>
          </a:xfrm>
          <a:prstGeom prst="rect">
            <a:avLst/>
          </a:prstGeom>
          <a:solidFill>
            <a:srgbClr val="FDF0F6"/>
          </a:solidFill>
          <a:ln w="19050">
            <a:solidFill>
              <a:srgbClr val="F0AB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25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アンコントロールで生きると…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体は喜んでいる！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「え？そっち？？」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「今それ来る？？」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思考は驚く。</a:t>
            </a:r>
          </a:p>
          <a:p>
            <a:pPr marL="0" indent="0">
              <a:buNone/>
            </a:pPr>
            <a:r>
              <a:rPr lang="en-US" sz="150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でも現実は動き出す</a:t>
            </a:r>
            <a:r>
              <a:rPr lang="en-US" sz="15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視点の違い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「うまくいかない」は 4次元目線の判断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77640" cy="3520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4次元の思考が言うこと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「失敗した」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「思い通りにならない」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「なぜこうなるの？」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23697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「早く変えなきゃ」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「うまくいっていない」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B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92040" y="1188720"/>
            <a:ext cx="3977640" cy="3520440"/>
          </a:xfrm>
          <a:prstGeom prst="rect">
            <a:avLst/>
          </a:prstGeom>
          <a:solidFill>
            <a:srgbClr val="FDF0F6"/>
          </a:solidFill>
          <a:ln w="19050">
            <a:solidFill>
              <a:srgbClr val="F0AB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325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6次元の魂から見ると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810512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「これも完璧な流れ」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286000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「魂が仕組んだ最善のルート」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2761488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「ジャッジのない世界」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236976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「4次元には見えないベスト」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712464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「全てある」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アンコントロールの本質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アンコントロール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＝ 現実フル無視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320040" y="2121408"/>
            <a:ext cx="8503920" cy="274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402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目の前の現実が「うまくいっていない</a:t>
            </a:r>
            <a:r>
              <a:rPr lang="en-US" sz="160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」ように見えても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2715768"/>
            <a:ext cx="8503920" cy="1508760"/>
          </a:xfrm>
          <a:prstGeom prst="rect">
            <a:avLst/>
          </a:prstGeom>
          <a:solidFill>
            <a:srgbClr val="FDF0F6"/>
          </a:solidFill>
          <a:ln w="19050">
            <a:solidFill>
              <a:srgbClr val="F0AB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715768"/>
            <a:ext cx="109728" cy="150876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6148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全ての流れは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幸せと豊かさへ向かっている。</a:t>
            </a:r>
            <a:endParaRPr lang="en-US" sz="1800" b="1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だから目の前の現実にいちいち反応しなくていい。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委ねること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「わたしはただ動かされているだけ」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8503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"わたし"という存在は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この地球で身体という器を持ち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感情と思考という機能を備えた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人間という物質として存在しているだけ。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その自分が地球に生まれた瞬間から——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全てある。何があっても、なくても完璧で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どの瞬間も幸せな「わたし」だった。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アンコントロールを生きるとは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91440" cy="16002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B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コントロールの幻想を手放す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自分も相手も結果も行動も、コントロールできないと腑に落とす。6次元の入り口はここ。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20624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88720"/>
            <a:ext cx="91440" cy="16002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984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B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思考より「体」を正解にする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057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頭が安心するより、体が喜ぶ選択を。体の振動が動いたとき、現実は本当に動き出す。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20624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71800"/>
            <a:ext cx="91440" cy="16002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815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B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全てを「最幸最善」と信じる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望まない現実も、想定外の展開も、魂が仕組んだベストな流れ。ジャッジをやめて観る。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20624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971800"/>
            <a:ext cx="91440" cy="16002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0815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B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429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委ねることが最速の現実創造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3840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「今この瞬間に全てある」という全信頼の世界に立つ。これが6次元魂ど真ん中の生き方。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自由の正体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本当の自由って、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solidFill>
            <a:srgbClr val="FDF0F6"/>
          </a:solidFill>
          <a:ln w="19050">
            <a:solidFill>
              <a:srgbClr val="F0AB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C8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「コントロールを手放した時」に始まる。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コントロールを手放すことは「諦め」じゃない。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それは魂が仕組んだ流れへの全信頼。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ja-JP" altLang="en-US" sz="1700">
                <a:solidFill>
                  <a:srgbClr val="2D2D2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魂を信頼して、抗わずに委ねてみてね♡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4C8B"/>
          </a:solidFill>
          <a:ln w="12700">
            <a:solidFill>
              <a:srgbClr val="E84C8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534</Words>
  <Application>Microsoft Office PowerPoint</Application>
  <PresentationFormat>画面に合わせる (16:9)</PresentationFormat>
  <Paragraphs>179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メイリオ</vt:lpstr>
      <vt:lpstr>游ゴシック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アンコントロール〜６次元の真実〜</dc:title>
  <dc:subject>PptxGenJS Presentation</dc:subject>
  <dc:creator>PptxGenJS</dc:creator>
  <cp:lastModifiedBy>Meiko OOZEKI</cp:lastModifiedBy>
  <cp:revision>7</cp:revision>
  <dcterms:created xsi:type="dcterms:W3CDTF">2026-05-28T01:07:48Z</dcterms:created>
  <dcterms:modified xsi:type="dcterms:W3CDTF">2026-05-28T04:37:40Z</dcterms:modified>
</cp:coreProperties>
</file>