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22"/>
  </p:notesMasterIdLst>
  <p:sldIdLst>
    <p:sldId id="258" r:id="rId3"/>
    <p:sldId id="269" r:id="rId4"/>
    <p:sldId id="259" r:id="rId5"/>
    <p:sldId id="260" r:id="rId6"/>
    <p:sldId id="261" r:id="rId7"/>
    <p:sldId id="262" r:id="rId8"/>
    <p:sldId id="273" r:id="rId9"/>
    <p:sldId id="266" r:id="rId10"/>
    <p:sldId id="267" r:id="rId11"/>
    <p:sldId id="268" r:id="rId12"/>
    <p:sldId id="296" r:id="rId13"/>
    <p:sldId id="290" r:id="rId14"/>
    <p:sldId id="295" r:id="rId15"/>
    <p:sldId id="292" r:id="rId16"/>
    <p:sldId id="282" r:id="rId17"/>
    <p:sldId id="276" r:id="rId18"/>
    <p:sldId id="279" r:id="rId19"/>
    <p:sldId id="297" r:id="rId20"/>
    <p:sldId id="281" r:id="rId2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6" autoAdjust="0"/>
  </p:normalViewPr>
  <p:slideViewPr>
    <p:cSldViewPr>
      <p:cViewPr varScale="1">
        <p:scale>
          <a:sx n="46" d="100"/>
          <a:sy n="46" d="100"/>
        </p:scale>
        <p:origin x="2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234F4-EF38-4865-90A7-947A15F97C7F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C651D-ADFA-4DE6-B27F-1B67A5F102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50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神様と信頼関係を築く＝神力を使う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C651D-ADFA-4DE6-B27F-1B67A5F1025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952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直感からおろすために</a:t>
            </a:r>
            <a:r>
              <a:rPr kumimoji="1" lang="en-US" altLang="ja-JP"/>
              <a:t>3</a:t>
            </a:r>
            <a:r>
              <a:rPr kumimoji="1" lang="ja-JP" altLang="en-US"/>
              <a:t>次元のアンテナ・筒を整える</a:t>
            </a:r>
          </a:p>
        </p:txBody>
      </p:sp>
    </p:spTree>
    <p:extLst>
      <p:ext uri="{BB962C8B-B14F-4D97-AF65-F5344CB8AC3E}">
        <p14:creationId xmlns:p14="http://schemas.microsoft.com/office/powerpoint/2010/main" val="2102425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3</a:t>
            </a:r>
            <a:r>
              <a:rPr kumimoji="1" lang="ja-JP" altLang="en-US"/>
              <a:t>次元→人間の私、</a:t>
            </a:r>
            <a:r>
              <a:rPr kumimoji="1" lang="en-US" altLang="ja-JP"/>
              <a:t>6</a:t>
            </a:r>
            <a:r>
              <a:rPr kumimoji="1" lang="ja-JP" altLang="en-US"/>
              <a:t>次元→魂の私、</a:t>
            </a:r>
            <a:r>
              <a:rPr kumimoji="1" lang="en-US" altLang="ja-JP"/>
              <a:t>2</a:t>
            </a:r>
            <a:r>
              <a:rPr kumimoji="1" lang="ja-JP" altLang="en-US"/>
              <a:t>つだけだと玉乗りが不安定。体感取れてきた人は</a:t>
            </a:r>
            <a:r>
              <a:rPr kumimoji="1" lang="en-US" altLang="ja-JP"/>
              <a:t>10</a:t>
            </a:r>
            <a:r>
              <a:rPr kumimoji="1" lang="ja-JP" altLang="en-US"/>
              <a:t>次元が入ると安定感が増す。</a:t>
            </a:r>
          </a:p>
        </p:txBody>
      </p:sp>
    </p:spTree>
    <p:extLst>
      <p:ext uri="{BB962C8B-B14F-4D97-AF65-F5344CB8AC3E}">
        <p14:creationId xmlns:p14="http://schemas.microsoft.com/office/powerpoint/2010/main" val="411747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どうしたらもっと魂ど真ん中の表現ができるか？</a:t>
            </a:r>
          </a:p>
        </p:txBody>
      </p:sp>
    </p:spTree>
    <p:extLst>
      <p:ext uri="{BB962C8B-B14F-4D97-AF65-F5344CB8AC3E}">
        <p14:creationId xmlns:p14="http://schemas.microsoft.com/office/powerpoint/2010/main" val="3062865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自力をいかに手放せるか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C651D-ADFA-4DE6-B27F-1B67A5F10251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20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9740" y="1405221"/>
            <a:ext cx="7489190" cy="1177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53998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@Meiko Oozeki</a:t>
            </a:r>
          </a:p>
          <a:p>
            <a:fld id="{B6F15528-21DE-4FAA-801E-634DDDAF4B2B}" type="slidenum">
              <a:rPr smtClean="0"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0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©︎2025 Noriko kishida"/>
          <p:cNvSpPr txBox="1"/>
          <p:nvPr/>
        </p:nvSpPr>
        <p:spPr>
          <a:xfrm>
            <a:off x="517763" y="10463715"/>
            <a:ext cx="19068574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　</a:t>
            </a:r>
            <a:r>
              <a:rPr lang="en-US" altLang="ja-JP" sz="2586"/>
              <a:t> Meiko</a:t>
            </a:r>
            <a:r>
              <a:rPr lang="ja-JP" altLang="en-US" sz="2586"/>
              <a:t> </a:t>
            </a:r>
            <a:r>
              <a:rPr lang="en-US" altLang="ja-JP" sz="2586"/>
              <a:t>Oozeki</a:t>
            </a:r>
            <a:endParaRPr sz="2586"/>
          </a:p>
        </p:txBody>
      </p:sp>
      <p:sp>
        <p:nvSpPr>
          <p:cNvPr id="22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4474953" y="10517696"/>
            <a:ext cx="4623943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80465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80" y="-10335"/>
            <a:ext cx="20136459" cy="1134597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</a:t>
            </a:r>
            <a:r>
              <a:rPr lang="ja-JP" altLang="en-US" sz="2586"/>
              <a:t> </a:t>
            </a:r>
            <a:r>
              <a:rPr lang="en-US" altLang="ja-JP" sz="2586"/>
              <a:t>Oozeki</a:t>
            </a:r>
            <a:endParaRPr sz="2586"/>
          </a:p>
        </p:txBody>
      </p:sp>
      <p:sp>
        <p:nvSpPr>
          <p:cNvPr id="15" name="四角形"/>
          <p:cNvSpPr/>
          <p:nvPr/>
        </p:nvSpPr>
        <p:spPr>
          <a:xfrm>
            <a:off x="1563306" y="1179279"/>
            <a:ext cx="16977489" cy="8950793"/>
          </a:xfrm>
          <a:prstGeom prst="rect">
            <a:avLst/>
          </a:prstGeom>
          <a:solidFill>
            <a:srgbClr val="EBEBEB">
              <a:alpha val="80471"/>
            </a:srgbClr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1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4474953" y="10517696"/>
            <a:ext cx="4623943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190224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2.png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80" y="-10335"/>
            <a:ext cx="20136459" cy="1134597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15" name="四角形"/>
          <p:cNvSpPr/>
          <p:nvPr/>
        </p:nvSpPr>
        <p:spPr>
          <a:xfrm>
            <a:off x="1563306" y="1179279"/>
            <a:ext cx="16977489" cy="8950793"/>
          </a:xfrm>
          <a:prstGeom prst="rect">
            <a:avLst/>
          </a:prstGeom>
          <a:solidFill>
            <a:srgbClr val="EBEBEB">
              <a:alpha val="80471"/>
            </a:srgbClr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1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919348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 コピ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2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6231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solidFill>
                  <a:srgbClr val="FF2F92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2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323622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3.png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69" y="-23157"/>
            <a:ext cx="20153659" cy="11355664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3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6231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35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3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80289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タイトルのみ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4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6231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solidFill>
                  <a:srgbClr val="5E5E5E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45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92998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のみ コピー 2">
    <p:bg>
      <p:bgPr>
        <a:solidFill>
          <a:srgbClr val="011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5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6231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solidFill>
                  <a:srgbClr val="5E5E5E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55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5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281845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夕暮れのビーチと海"/>
          <p:cNvSpPr>
            <a:spLocks noGrp="1"/>
          </p:cNvSpPr>
          <p:nvPr>
            <p:ph type="pic" idx="21"/>
          </p:nvPr>
        </p:nvSpPr>
        <p:spPr>
          <a:xfrm>
            <a:off x="0" y="-1047162"/>
            <a:ext cx="20104100" cy="134036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2921582"/>
            <a:ext cx="18093690" cy="3518464"/>
          </a:xfrm>
          <a:prstGeom prst="rect">
            <a:avLst/>
          </a:prstGeom>
        </p:spPr>
        <p:txBody>
          <a:bodyPr anchor="b"/>
          <a:lstStyle>
            <a:lvl1pPr>
              <a:defRPr sz="10554" spc="-106">
                <a:solidFill>
                  <a:srgbClr val="FFFFFF"/>
                </a:solidFill>
              </a:defRPr>
            </a:lvl1pPr>
          </a:lstStyle>
          <a:p>
            <a:r>
              <a:t>プレゼンテーションのタイトル</a:t>
            </a:r>
          </a:p>
        </p:txBody>
      </p:sp>
      <p:sp>
        <p:nvSpPr>
          <p:cNvPr id="65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05205" y="6241086"/>
            <a:ext cx="18093690" cy="185695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4947" spc="-4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376961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4947" spc="-4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753923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4947" spc="-4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130884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4947" spc="-4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507846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4947" spc="-4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" name="作者と日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05205" y="9885210"/>
            <a:ext cx="18093692" cy="499497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z="2474" spc="-24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作者と日付</a:t>
            </a:r>
          </a:p>
        </p:txBody>
      </p:sp>
      <p:sp>
        <p:nvSpPr>
          <p:cNvPr id="6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5719" y="10469183"/>
            <a:ext cx="352662" cy="3563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71751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2150" y="3780587"/>
            <a:ext cx="8044722" cy="20943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75" name="空を背景にした夕暮れの海"/>
          <p:cNvSpPr>
            <a:spLocks noGrp="1"/>
          </p:cNvSpPr>
          <p:nvPr>
            <p:ph type="pic" idx="21"/>
          </p:nvPr>
        </p:nvSpPr>
        <p:spPr>
          <a:xfrm>
            <a:off x="7654217" y="1047162"/>
            <a:ext cx="13811098" cy="92150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05205" y="5785570"/>
            <a:ext cx="8041640" cy="4466146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376961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753923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130884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507846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スライドのサブタイトル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5719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55516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85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1005206" y="3309032"/>
            <a:ext cx="18096144" cy="6995042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6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6231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8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5719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956416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1005205" y="3309032"/>
            <a:ext cx="18093690" cy="6997968"/>
          </a:xfrm>
          <a:prstGeom prst="rect">
            <a:avLst/>
          </a:prstGeom>
        </p:spPr>
        <p:txBody>
          <a:bodyPr numCol="2" spcCol="2558384"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433888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638769"/>
            <a:ext cx="8041640" cy="13194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03" name="空を背景にした夕暮れの海"/>
          <p:cNvSpPr>
            <a:spLocks noGrp="1"/>
          </p:cNvSpPr>
          <p:nvPr>
            <p:ph type="pic" idx="21"/>
          </p:nvPr>
        </p:nvSpPr>
        <p:spPr>
          <a:xfrm>
            <a:off x="10052581" y="592502"/>
            <a:ext cx="9046846" cy="101662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4" name="スライドのサブタイトル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05206" y="1968665"/>
            <a:ext cx="8044912" cy="686519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0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05206" y="3317295"/>
            <a:ext cx="8044912" cy="6913478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80954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670461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638769"/>
            <a:ext cx="8041640" cy="13194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1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6" y="1968665"/>
            <a:ext cx="8044912" cy="686519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1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05206" y="3317295"/>
            <a:ext cx="8044912" cy="6913478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80954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263783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638769"/>
            <a:ext cx="8041640" cy="13194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12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6" y="1968665"/>
            <a:ext cx="8044912" cy="686519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2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05206" y="3317295"/>
            <a:ext cx="8044912" cy="6913478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80954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5715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セクション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2673372"/>
            <a:ext cx="18093690" cy="5445243"/>
          </a:xfrm>
          <a:prstGeom prst="rect">
            <a:avLst/>
          </a:prstGeom>
        </p:spPr>
        <p:txBody>
          <a:bodyPr anchor="ctr"/>
          <a:lstStyle>
            <a:lvl1pPr>
              <a:defRPr sz="10554" spc="0">
                <a:solidFill>
                  <a:srgbClr val="000000"/>
                </a:solidFill>
              </a:defRPr>
            </a:lvl1pPr>
          </a:lstStyle>
          <a:p>
            <a:r>
              <a:t>セクションタイトル</a:t>
            </a:r>
          </a:p>
        </p:txBody>
      </p:sp>
      <p:sp>
        <p:nvSpPr>
          <p:cNvPr id="13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24625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議題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議題のタイトル</a:t>
            </a:r>
          </a:p>
        </p:txBody>
      </p:sp>
      <p:sp>
        <p:nvSpPr>
          <p:cNvPr id="142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1005205" y="3309032"/>
            <a:ext cx="18093690" cy="6914195"/>
          </a:xfrm>
          <a:prstGeom prst="rect">
            <a:avLst/>
          </a:prstGeom>
        </p:spPr>
        <p:txBody>
          <a:bodyPr/>
          <a:lstStyle>
            <a:lvl1pPr marL="0" indent="0" defTabSz="680625">
              <a:lnSpc>
                <a:spcPct val="100000"/>
              </a:lnSpc>
              <a:buSzTx/>
              <a:buNone/>
              <a:defRPr sz="5607" spc="-112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376961" defTabSz="680625">
              <a:lnSpc>
                <a:spcPct val="100000"/>
              </a:lnSpc>
              <a:buSzTx/>
              <a:buNone/>
              <a:defRPr sz="5607" spc="-112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753923" defTabSz="680625">
              <a:lnSpc>
                <a:spcPct val="100000"/>
              </a:lnSpc>
              <a:buSzTx/>
              <a:buNone/>
              <a:defRPr sz="5607" spc="-112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130884" defTabSz="680625">
              <a:lnSpc>
                <a:spcPct val="100000"/>
              </a:lnSpc>
              <a:buSzTx/>
              <a:buNone/>
              <a:defRPr sz="5607" spc="-112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507846" defTabSz="680625">
              <a:lnSpc>
                <a:spcPct val="100000"/>
              </a:lnSpc>
              <a:buSzTx/>
              <a:buNone/>
              <a:defRPr sz="5607" spc="-112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議題のトピック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3" name="議題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1968265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議題のサブタイトル</a:t>
            </a:r>
          </a:p>
        </p:txBody>
      </p:sp>
      <p:sp>
        <p:nvSpPr>
          <p:cNvPr id="14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31112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1005205" y="2680735"/>
            <a:ext cx="18093690" cy="5445243"/>
          </a:xfrm>
          <a:prstGeom prst="rect">
            <a:avLst/>
          </a:prstGeom>
        </p:spPr>
        <p:txBody>
          <a:bodyPr anchor="ctr"/>
          <a:lstStyle>
            <a:lvl1pPr marL="0" indent="0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0554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376961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0554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753923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0554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130884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0554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507846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0554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ステートメント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5719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567784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ファクト情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6977430"/>
            <a:ext cx="18093692" cy="686520"/>
          </a:xfrm>
          <a:prstGeom prst="rect">
            <a:avLst/>
          </a:prstGeom>
        </p:spPr>
        <p:txBody>
          <a:bodyPr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ファクト情報</a:t>
            </a:r>
          </a:p>
        </p:txBody>
      </p:sp>
      <p:sp>
        <p:nvSpPr>
          <p:cNvPr id="160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05205" y="3474998"/>
            <a:ext cx="18093690" cy="3520532"/>
          </a:xfrm>
          <a:prstGeom prst="rect">
            <a:avLst/>
          </a:prstGeom>
        </p:spPr>
        <p:txBody>
          <a:bodyPr anchor="b"/>
          <a:lstStyle>
            <a:lvl1pPr marL="0" indent="0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8469">
                <a:latin typeface="+mn-lt"/>
                <a:ea typeface="+mn-ea"/>
                <a:cs typeface="+mn-cs"/>
                <a:sym typeface="Canela Bold"/>
              </a:defRPr>
            </a:lvl1pPr>
            <a:lvl2pPr marL="0" indent="376961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8469">
                <a:latin typeface="+mn-lt"/>
                <a:ea typeface="+mn-ea"/>
                <a:cs typeface="+mn-cs"/>
                <a:sym typeface="Canela Bold"/>
              </a:defRPr>
            </a:lvl2pPr>
            <a:lvl3pPr marL="0" indent="753923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8469">
                <a:latin typeface="+mn-lt"/>
                <a:ea typeface="+mn-ea"/>
                <a:cs typeface="+mn-cs"/>
                <a:sym typeface="Canela Bold"/>
              </a:defRPr>
            </a:lvl3pPr>
            <a:lvl4pPr marL="0" indent="1130884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8469">
                <a:latin typeface="+mn-lt"/>
                <a:ea typeface="+mn-ea"/>
                <a:cs typeface="+mn-cs"/>
                <a:sym typeface="Canela Bold"/>
              </a:defRPr>
            </a:lvl4pPr>
            <a:lvl5pPr marL="0" indent="1507846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18469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1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5719" y="10469183"/>
            <a:ext cx="352662" cy="35638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89066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05205" y="9152405"/>
            <a:ext cx="18093692" cy="686520"/>
          </a:xfrm>
          <a:prstGeom prst="rect">
            <a:avLst/>
          </a:prstGeom>
        </p:spPr>
        <p:txBody>
          <a:bodyPr anchor="ctr"/>
          <a:lstStyle>
            <a:lvl1pPr marL="0" indent="0" algn="ctr" defTabSz="680625">
              <a:lnSpc>
                <a:spcPct val="100000"/>
              </a:lnSpc>
              <a:spcBef>
                <a:spcPts val="0"/>
              </a:spcBef>
              <a:buSzTx/>
              <a:buNone/>
              <a:defRPr spc="-36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属性</a:t>
            </a:r>
          </a:p>
        </p:txBody>
      </p:sp>
      <p:sp>
        <p:nvSpPr>
          <p:cNvPr id="169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05205" y="3445164"/>
            <a:ext cx="18093690" cy="3641506"/>
          </a:xfrm>
          <a:prstGeom prst="rect">
            <a:avLst/>
          </a:prstGeom>
        </p:spPr>
        <p:txBody>
          <a:bodyPr anchor="ctr"/>
          <a:lstStyle>
            <a:lvl1pPr marL="0" indent="0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6926">
                <a:latin typeface="+mn-lt"/>
                <a:ea typeface="+mn-ea"/>
                <a:cs typeface="+mn-cs"/>
                <a:sym typeface="Canela Bold"/>
              </a:defRPr>
            </a:lvl1pPr>
            <a:lvl2pPr marL="0" indent="376961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6926">
                <a:latin typeface="+mn-lt"/>
                <a:ea typeface="+mn-ea"/>
                <a:cs typeface="+mn-cs"/>
                <a:sym typeface="Canela Bold"/>
              </a:defRPr>
            </a:lvl2pPr>
            <a:lvl3pPr marL="0" indent="753923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6926">
                <a:latin typeface="+mn-lt"/>
                <a:ea typeface="+mn-ea"/>
                <a:cs typeface="+mn-cs"/>
                <a:sym typeface="Canela Bold"/>
              </a:defRPr>
            </a:lvl3pPr>
            <a:lvl4pPr marL="0" indent="1130884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6926">
                <a:latin typeface="+mn-lt"/>
                <a:ea typeface="+mn-ea"/>
                <a:cs typeface="+mn-cs"/>
                <a:sym typeface="Canela Bold"/>
              </a:defRPr>
            </a:lvl4pPr>
            <a:lvl5pPr marL="0" indent="1507846" algn="ctr" defTabSz="2010461">
              <a:lnSpc>
                <a:spcPct val="80000"/>
              </a:lnSpc>
              <a:spcBef>
                <a:spcPts val="0"/>
              </a:spcBef>
              <a:buSzTx/>
              <a:buNone/>
              <a:defRPr sz="6926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“重要な引用”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39449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空を背景にした夕暮れの海2"/>
          <p:cNvSpPr>
            <a:spLocks noGrp="1"/>
          </p:cNvSpPr>
          <p:nvPr>
            <p:ph type="pic" sz="quarter" idx="21"/>
          </p:nvPr>
        </p:nvSpPr>
        <p:spPr>
          <a:xfrm>
            <a:off x="12981280" y="4602362"/>
            <a:ext cx="6072625" cy="68274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8" name="空を背景にした夕暮れの海1"/>
          <p:cNvSpPr>
            <a:spLocks noGrp="1"/>
          </p:cNvSpPr>
          <p:nvPr>
            <p:ph type="pic" sz="quarter" idx="22"/>
          </p:nvPr>
        </p:nvSpPr>
        <p:spPr>
          <a:xfrm>
            <a:off x="12667154" y="1047162"/>
            <a:ext cx="6690896" cy="44599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9" name="夕暮れのビーチと海"/>
          <p:cNvSpPr>
            <a:spLocks noGrp="1"/>
          </p:cNvSpPr>
          <p:nvPr>
            <p:ph type="pic" idx="23"/>
          </p:nvPr>
        </p:nvSpPr>
        <p:spPr>
          <a:xfrm>
            <a:off x="-52355" y="1047162"/>
            <a:ext cx="13821569" cy="92150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329299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夕暮れのビーチと海"/>
          <p:cNvSpPr>
            <a:spLocks noGrp="1"/>
          </p:cNvSpPr>
          <p:nvPr>
            <p:ph type="pic" idx="21"/>
          </p:nvPr>
        </p:nvSpPr>
        <p:spPr>
          <a:xfrm>
            <a:off x="1047089" y="-349055"/>
            <a:ext cx="18009923" cy="120074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68960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sz="2586"/>
              <a:t>Meiko</a:t>
            </a:r>
            <a:r>
              <a:rPr lang="ja-JP" altLang="en-US" sz="2586"/>
              <a:t> </a:t>
            </a:r>
            <a:r>
              <a:rPr lang="en-US" altLang="ja-JP" sz="2586"/>
              <a:t>Oozeki</a:t>
            </a:r>
            <a:endParaRPr sz="2586"/>
          </a:p>
        </p:txBody>
      </p:sp>
      <p:sp>
        <p:nvSpPr>
          <p:cNvPr id="19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88160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41237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　Noriko kishida</a:t>
            </a:r>
          </a:p>
        </p:txBody>
      </p:sp>
      <p:sp>
        <p:nvSpPr>
          <p:cNvPr id="21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122430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©︎2025.  Noriko kishida"/>
          <p:cNvSpPr txBox="1"/>
          <p:nvPr/>
        </p:nvSpPr>
        <p:spPr>
          <a:xfrm>
            <a:off x="-105278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©︎2025.  Noriko kishida</a:t>
            </a:r>
          </a:p>
        </p:txBody>
      </p:sp>
      <p:sp>
        <p:nvSpPr>
          <p:cNvPr id="2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5600482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©︎2025 Noriko kishida"/>
          <p:cNvSpPr txBox="1"/>
          <p:nvPr/>
        </p:nvSpPr>
        <p:spPr>
          <a:xfrm>
            <a:off x="517763" y="10463715"/>
            <a:ext cx="19068574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53585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　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22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83275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©︎2025.2 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©︎2025.2  Noriko kishida</a:t>
            </a:r>
          </a:p>
        </p:txBody>
      </p:sp>
      <p:pic>
        <p:nvPicPr>
          <p:cNvPr id="235" name="５dimension money LABO-2.png" descr="５dimension money LABO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37" y="-16822"/>
            <a:ext cx="20131174" cy="11342994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四角形"/>
          <p:cNvSpPr/>
          <p:nvPr/>
        </p:nvSpPr>
        <p:spPr>
          <a:xfrm>
            <a:off x="1563306" y="1179279"/>
            <a:ext cx="16977489" cy="895079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237" name="©︎2025 Noriko kishida"/>
          <p:cNvSpPr txBox="1"/>
          <p:nvPr/>
        </p:nvSpPr>
        <p:spPr>
          <a:xfrm>
            <a:off x="132876" y="10317113"/>
            <a:ext cx="19838349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　Noriko kishida</a:t>
            </a:r>
          </a:p>
        </p:txBody>
      </p:sp>
      <p:sp>
        <p:nvSpPr>
          <p:cNvPr id="23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377094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©️2025 noriko kishida"/>
          <p:cNvSpPr txBox="1"/>
          <p:nvPr/>
        </p:nvSpPr>
        <p:spPr>
          <a:xfrm>
            <a:off x="1492102" y="10471621"/>
            <a:ext cx="18093689" cy="49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1884" tIns="41884" rIns="41884" bIns="41884">
            <a:norm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3000" spc="-29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sz="2474"/>
              <a:t>©️2025 </a:t>
            </a:r>
            <a:r>
              <a:rPr lang="en-US" sz="2474"/>
              <a:t>Meiko</a:t>
            </a:r>
            <a:r>
              <a:rPr lang="ja-JP" altLang="en-US" sz="2474"/>
              <a:t> </a:t>
            </a:r>
            <a:r>
              <a:rPr lang="en-US" altLang="ja-JP" sz="2474"/>
              <a:t>Oozeki</a:t>
            </a:r>
            <a:endParaRPr sz="2474"/>
          </a:p>
        </p:txBody>
      </p:sp>
      <p:sp>
        <p:nvSpPr>
          <p:cNvPr id="2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540842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9740" y="1405221"/>
            <a:ext cx="7489190" cy="1156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856" y="3009140"/>
            <a:ext cx="13700125" cy="765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11993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9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.png" descr="2.png"/>
          <p:cNvPicPr>
            <a:picLocks noChangeAspect="1"/>
          </p:cNvPicPr>
          <p:nvPr/>
        </p:nvPicPr>
        <p:blipFill>
          <a:blip r:embed="rId28">
            <a:alphaModFix amt="93725"/>
          </a:blip>
          <a:stretch>
            <a:fillRect/>
          </a:stretch>
        </p:blipFill>
        <p:spPr>
          <a:xfrm>
            <a:off x="-48462" y="-36501"/>
            <a:ext cx="20201024" cy="1138235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1005205" y="638769"/>
            <a:ext cx="18093690" cy="1424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スライドのタイトル</a:t>
            </a:r>
          </a:p>
        </p:txBody>
      </p:sp>
      <p:sp>
        <p:nvSpPr>
          <p:cNvPr id="4" name="©︎2025  Noriko kishida"/>
          <p:cNvSpPr txBox="1"/>
          <p:nvPr/>
        </p:nvSpPr>
        <p:spPr>
          <a:xfrm>
            <a:off x="-3886" y="10317113"/>
            <a:ext cx="19838348" cy="45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0103" tIns="20103" rIns="20103" bIns="20103" anchor="b">
            <a:normAutofit/>
          </a:bodyPr>
          <a:lstStyle>
            <a:lvl1pPr algn="r" defTabSz="575281">
              <a:lnSpc>
                <a:spcPct val="100000"/>
              </a:lnSpc>
              <a:spcBef>
                <a:spcPts val="0"/>
              </a:spcBef>
              <a:defRPr sz="3136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rPr sz="2586"/>
              <a:t>©︎2025 </a:t>
            </a:r>
            <a:r>
              <a:rPr lang="en-US" altLang="ja-JP" sz="2586"/>
              <a:t>Meiko Oozeki</a:t>
            </a:r>
            <a:endParaRPr sz="2586"/>
          </a:p>
        </p:txBody>
      </p:sp>
      <p:sp>
        <p:nvSpPr>
          <p:cNvPr id="5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1005205" y="3309032"/>
            <a:ext cx="18093690" cy="6995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9878860" y="10469183"/>
            <a:ext cx="352662" cy="3563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481673">
              <a:lnSpc>
                <a:spcPct val="100000"/>
              </a:lnSpc>
              <a:spcBef>
                <a:spcPts val="0"/>
              </a:spcBef>
              <a:defRPr sz="1649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10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  <p:sldLayoutId id="2147483693" r:id="rId26"/>
  </p:sldLayoutIdLst>
  <p:transition spd="med"/>
  <p:txStyles>
    <p:titleStyle>
      <a:lvl1pPr marL="0" marR="0" indent="0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376961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753923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130884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507846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1884807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261768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2638730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015691" algn="ctr" defTabSz="2010461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26" b="0" i="0" u="none" strike="noStrike" cap="none" spc="-69" baseline="0">
          <a:solidFill>
            <a:srgbClr val="FF2F92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450259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900519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350778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1801038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251297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2701557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151816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3602076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052335" marR="0" indent="-450259" algn="l" defTabSz="2010410" rtl="0" latinLnBrk="0">
        <a:lnSpc>
          <a:spcPct val="90000"/>
        </a:lnSpc>
        <a:spcBef>
          <a:spcPts val="1979"/>
        </a:spcBef>
        <a:spcAft>
          <a:spcPts val="0"/>
        </a:spcAft>
        <a:buClrTx/>
        <a:buSzPct val="150000"/>
        <a:buFontTx/>
        <a:buChar char="•"/>
        <a:tabLst/>
        <a:defRPr sz="3628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376961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753923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130884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507846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1884807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261768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2638730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015691" algn="ctr" defTabSz="4816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26337" y="1019343"/>
            <a:ext cx="505142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600" spc="300" dirty="0">
                <a:solidFill>
                  <a:srgbClr val="FFFC79"/>
                </a:solidFill>
              </a:rPr>
              <a:t>魂の３大原則</a:t>
            </a:r>
            <a:endParaRPr sz="6600"/>
          </a:p>
        </p:txBody>
      </p:sp>
      <p:sp>
        <p:nvSpPr>
          <p:cNvPr id="4" name="object 4"/>
          <p:cNvSpPr txBox="1"/>
          <p:nvPr/>
        </p:nvSpPr>
        <p:spPr>
          <a:xfrm>
            <a:off x="3298213" y="2351810"/>
            <a:ext cx="13847444" cy="7954009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29"/>
              </a:spcBef>
            </a:pPr>
            <a:r>
              <a:rPr sz="5450" spc="140" dirty="0">
                <a:solidFill>
                  <a:srgbClr val="FFFC79"/>
                </a:solidFill>
                <a:latin typeface="MS PGothic"/>
                <a:cs typeface="MS PGothic"/>
              </a:rPr>
              <a:t>①幸せで豊かな方へしか向かわない</a:t>
            </a:r>
            <a:endParaRPr sz="5450">
              <a:latin typeface="MS PGothic"/>
              <a:cs typeface="MS PGothic"/>
            </a:endParaRPr>
          </a:p>
          <a:p>
            <a:pPr algn="ctr">
              <a:lnSpc>
                <a:spcPct val="100000"/>
              </a:lnSpc>
              <a:spcBef>
                <a:spcPts val="3120"/>
              </a:spcBef>
            </a:pPr>
            <a:r>
              <a:rPr sz="4950" spc="295" dirty="0">
                <a:solidFill>
                  <a:srgbClr val="FFFB00"/>
                </a:solidFill>
                <a:latin typeface="MS PGothic"/>
                <a:cs typeface="MS PGothic"/>
              </a:rPr>
              <a:t>（</a:t>
            </a:r>
            <a:r>
              <a:rPr sz="4950" spc="590" dirty="0">
                <a:solidFill>
                  <a:srgbClr val="FFFB00"/>
                </a:solidFill>
                <a:latin typeface="MS PGothic"/>
                <a:cs typeface="MS PGothic"/>
              </a:rPr>
              <a:t>全体性への貢献</a:t>
            </a:r>
            <a:r>
              <a:rPr sz="4950" spc="245" dirty="0">
                <a:solidFill>
                  <a:srgbClr val="FFFB00"/>
                </a:solidFill>
                <a:latin typeface="MS PGothic"/>
                <a:cs typeface="MS PGothic"/>
              </a:rPr>
              <a:t>）</a:t>
            </a:r>
            <a:endParaRPr sz="4950">
              <a:latin typeface="MS PGothic"/>
              <a:cs typeface="MS PGothic"/>
            </a:endParaRPr>
          </a:p>
          <a:p>
            <a:pPr marR="331470" algn="ctr">
              <a:lnSpc>
                <a:spcPct val="100000"/>
              </a:lnSpc>
              <a:spcBef>
                <a:spcPts val="5150"/>
              </a:spcBef>
            </a:pPr>
            <a:r>
              <a:rPr sz="5450" spc="190" dirty="0">
                <a:solidFill>
                  <a:srgbClr val="FFFC79"/>
                </a:solidFill>
                <a:latin typeface="MS PGothic"/>
                <a:cs typeface="MS PGothic"/>
              </a:rPr>
              <a:t>②全てを包括した無限の存在</a:t>
            </a:r>
            <a:endParaRPr sz="5450">
              <a:latin typeface="MS PGothic"/>
              <a:cs typeface="MS PGothic"/>
            </a:endParaRPr>
          </a:p>
          <a:p>
            <a:pPr marR="331470" algn="ctr">
              <a:lnSpc>
                <a:spcPct val="100000"/>
              </a:lnSpc>
              <a:spcBef>
                <a:spcPts val="3294"/>
              </a:spcBef>
            </a:pPr>
            <a:r>
              <a:rPr sz="4950" spc="2450" dirty="0">
                <a:solidFill>
                  <a:srgbClr val="FFFC79"/>
                </a:solidFill>
                <a:latin typeface="MS PGothic"/>
                <a:cs typeface="MS PGothic"/>
              </a:rPr>
              <a:t>（</a:t>
            </a:r>
            <a:r>
              <a:rPr sz="4950" spc="390" dirty="0">
                <a:solidFill>
                  <a:srgbClr val="FFFB00"/>
                </a:solidFill>
                <a:latin typeface="MS PGothic"/>
                <a:cs typeface="MS PGothic"/>
              </a:rPr>
              <a:t>全てがある・完全なる循環</a:t>
            </a:r>
            <a:r>
              <a:rPr sz="4950" b="1" spc="-45" dirty="0">
                <a:solidFill>
                  <a:srgbClr val="FFFB00"/>
                </a:solidFill>
                <a:latin typeface="Georgia"/>
                <a:cs typeface="Georgia"/>
              </a:rPr>
              <a:t>&amp;</a:t>
            </a:r>
            <a:r>
              <a:rPr sz="4950" spc="940" dirty="0">
                <a:solidFill>
                  <a:srgbClr val="FFFB00"/>
                </a:solidFill>
                <a:latin typeface="MS PGothic"/>
                <a:cs typeface="MS PGothic"/>
              </a:rPr>
              <a:t>拡大</a:t>
            </a:r>
            <a:r>
              <a:rPr sz="4950" spc="420" dirty="0">
                <a:solidFill>
                  <a:srgbClr val="FFFB00"/>
                </a:solidFill>
                <a:latin typeface="MS PGothic"/>
                <a:cs typeface="MS PGothic"/>
              </a:rPr>
              <a:t>）</a:t>
            </a:r>
            <a:endParaRPr sz="4950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4950">
              <a:latin typeface="MS PGothic"/>
              <a:cs typeface="MS PGothic"/>
            </a:endParaRPr>
          </a:p>
          <a:p>
            <a:pPr marR="154305" algn="ctr">
              <a:lnSpc>
                <a:spcPct val="100000"/>
              </a:lnSpc>
            </a:pPr>
            <a:r>
              <a:rPr sz="5450" spc="400" dirty="0">
                <a:solidFill>
                  <a:srgbClr val="FFFC79"/>
                </a:solidFill>
                <a:latin typeface="MS PGothic"/>
                <a:cs typeface="MS PGothic"/>
              </a:rPr>
              <a:t>③次元を超えた究極のアイデンティティ</a:t>
            </a:r>
            <a:endParaRPr sz="5450">
              <a:latin typeface="MS PGothic"/>
              <a:cs typeface="MS PGothic"/>
            </a:endParaRPr>
          </a:p>
          <a:p>
            <a:pPr algn="ctr">
              <a:lnSpc>
                <a:spcPct val="100000"/>
              </a:lnSpc>
              <a:spcBef>
                <a:spcPts val="3120"/>
              </a:spcBef>
            </a:pPr>
            <a:r>
              <a:rPr sz="4950" spc="345" dirty="0">
                <a:solidFill>
                  <a:srgbClr val="FFFB00"/>
                </a:solidFill>
                <a:latin typeface="MS PGothic"/>
                <a:cs typeface="MS PGothic"/>
              </a:rPr>
              <a:t>（</a:t>
            </a:r>
            <a:r>
              <a:rPr sz="4950" spc="600" dirty="0">
                <a:solidFill>
                  <a:srgbClr val="FFFB00"/>
                </a:solidFill>
                <a:latin typeface="MS PGothic"/>
                <a:cs typeface="MS PGothic"/>
              </a:rPr>
              <a:t>肉体・心・魂の唯一無二のタッグである存在</a:t>
            </a:r>
            <a:r>
              <a:rPr sz="4950" spc="295" dirty="0">
                <a:solidFill>
                  <a:srgbClr val="FFFB00"/>
                </a:solidFill>
                <a:latin typeface="MS PGothic"/>
                <a:cs typeface="MS PGothic"/>
              </a:rPr>
              <a:t>）</a:t>
            </a:r>
            <a:endParaRPr sz="495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3250" y="1094887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148" y="7837518"/>
            <a:ext cx="7935345" cy="2359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87856" y="3009140"/>
            <a:ext cx="13700125" cy="7015382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725"/>
              </a:spcBef>
            </a:pPr>
            <a:r>
              <a:rPr spc="190" dirty="0"/>
              <a:t>魂がやりたい！</a:t>
            </a:r>
          </a:p>
          <a:p>
            <a:pPr marL="59055">
              <a:lnSpc>
                <a:spcPct val="100000"/>
              </a:lnSpc>
              <a:spcBef>
                <a:spcPts val="1620"/>
              </a:spcBef>
            </a:pPr>
            <a:r>
              <a:rPr spc="90" dirty="0"/>
              <a:t>自分の理想の世界を体現したい！</a:t>
            </a:r>
          </a:p>
          <a:p>
            <a:pPr marL="59055">
              <a:lnSpc>
                <a:spcPct val="100000"/>
              </a:lnSpc>
              <a:spcBef>
                <a:spcPts val="1620"/>
              </a:spcBef>
            </a:pPr>
            <a:r>
              <a:rPr spc="495" dirty="0"/>
              <a:t>＝６</a:t>
            </a:r>
            <a:r>
              <a:rPr spc="515" dirty="0"/>
              <a:t>次元をやること</a:t>
            </a: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pc="515" dirty="0"/>
          </a:p>
          <a:p>
            <a:pPr marL="59055">
              <a:lnSpc>
                <a:spcPct val="100000"/>
              </a:lnSpc>
            </a:pPr>
            <a:r>
              <a:rPr spc="495" dirty="0"/>
              <a:t>それが、社会貢献になってゆくと信じること</a:t>
            </a:r>
          </a:p>
          <a:p>
            <a:pPr marL="59055">
              <a:lnSpc>
                <a:spcPct val="100000"/>
              </a:lnSpc>
              <a:spcBef>
                <a:spcPts val="1625"/>
              </a:spcBef>
            </a:pPr>
            <a:r>
              <a:rPr spc="355" dirty="0"/>
              <a:t>＝</a:t>
            </a:r>
            <a:r>
              <a:rPr spc="355"/>
              <a:t>６</a:t>
            </a:r>
            <a:r>
              <a:rPr spc="385"/>
              <a:t>次元ビジネ</a:t>
            </a:r>
            <a:r>
              <a:rPr lang="ja-JP" altLang="en-US" spc="385"/>
              <a:t>ス</a:t>
            </a:r>
            <a:endParaRPr lang="en-US" altLang="ja-JP" spc="385"/>
          </a:p>
          <a:p>
            <a:pPr marL="59055">
              <a:lnSpc>
                <a:spcPct val="100000"/>
              </a:lnSpc>
              <a:spcBef>
                <a:spcPts val="1625"/>
              </a:spcBef>
            </a:pPr>
            <a:r>
              <a:rPr spc="355"/>
              <a:t>＝</a:t>
            </a:r>
            <a:r>
              <a:rPr spc="355" dirty="0"/>
              <a:t>神あそびビジネス！</a:t>
            </a:r>
            <a:endParaRPr spc="355"/>
          </a:p>
        </p:txBody>
      </p:sp>
    </p:spTree>
    <p:extLst>
      <p:ext uri="{BB962C8B-B14F-4D97-AF65-F5344CB8AC3E}">
        <p14:creationId xmlns:p14="http://schemas.microsoft.com/office/powerpoint/2010/main" val="256910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91998" y="1082675"/>
            <a:ext cx="7489190" cy="1177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3450" y="5654675"/>
            <a:ext cx="655637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spc="955" dirty="0">
                <a:solidFill>
                  <a:srgbClr val="011993"/>
                </a:solidFill>
                <a:latin typeface="MS PGothic"/>
                <a:cs typeface="MS PGothic"/>
              </a:rPr>
              <a:t>「ビジネス」とは？</a:t>
            </a:r>
            <a:endParaRPr sz="575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50400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3250" y="1115829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1231" y="4508812"/>
            <a:ext cx="13087350" cy="361066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spc="535" dirty="0">
                <a:solidFill>
                  <a:srgbClr val="011993"/>
                </a:solidFill>
                <a:latin typeface="MS PGothic"/>
                <a:cs typeface="MS PGothic"/>
              </a:rPr>
              <a:t>ビジネスとは</a:t>
            </a:r>
            <a:endParaRPr sz="5750">
              <a:latin typeface="MS PGothic"/>
              <a:cs typeface="MS PGothic"/>
            </a:endParaRPr>
          </a:p>
          <a:p>
            <a:pPr marL="12700" marR="5080">
              <a:lnSpc>
                <a:spcPct val="167300"/>
              </a:lnSpc>
            </a:pPr>
            <a:r>
              <a:rPr sz="5750" spc="390" dirty="0">
                <a:solidFill>
                  <a:srgbClr val="011993"/>
                </a:solidFill>
                <a:latin typeface="MS PGothic"/>
                <a:cs typeface="MS PGothic"/>
              </a:rPr>
              <a:t>ただ、お金を稼ぐための活動ではない。</a:t>
            </a:r>
            <a:r>
              <a:rPr sz="5750" b="1" spc="350" dirty="0">
                <a:solidFill>
                  <a:srgbClr val="011993"/>
                </a:solidFill>
                <a:latin typeface="MS PGothic"/>
                <a:cs typeface="MS PGothic"/>
              </a:rPr>
              <a:t>社会貢献</a:t>
            </a:r>
            <a:r>
              <a:rPr sz="5750" spc="350" dirty="0">
                <a:solidFill>
                  <a:srgbClr val="011993"/>
                </a:solidFill>
                <a:latin typeface="MS PGothic"/>
                <a:cs typeface="MS PGothic"/>
              </a:rPr>
              <a:t>である。</a:t>
            </a:r>
            <a:endParaRPr sz="5750">
              <a:latin typeface="MS PGothic"/>
              <a:cs typeface="MS PGothic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A038171A-8E9E-4AFF-AE3B-BE20C4E522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050" y="8119480"/>
            <a:ext cx="410501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603250" y="1082675"/>
            <a:ext cx="7489190" cy="1177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406" y="5849086"/>
            <a:ext cx="1373187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spc="590" dirty="0">
                <a:solidFill>
                  <a:srgbClr val="011993"/>
                </a:solidFill>
                <a:latin typeface="MS PGothic"/>
                <a:cs typeface="MS PGothic"/>
              </a:rPr>
              <a:t>「神さま」はあなたにとってどんな存在？</a:t>
            </a:r>
            <a:endParaRPr sz="575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6433" y="1117141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554" y="3907835"/>
            <a:ext cx="13847444" cy="4884420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5450" spc="550" dirty="0">
                <a:solidFill>
                  <a:srgbClr val="011993"/>
                </a:solidFill>
                <a:latin typeface="MS PGothic"/>
                <a:cs typeface="MS PGothic"/>
              </a:rPr>
              <a:t>神さまは自分たちより高い次元だけど、、、</a:t>
            </a:r>
            <a:endParaRPr sz="54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5450" spc="550" dirty="0">
                <a:solidFill>
                  <a:srgbClr val="011993"/>
                </a:solidFill>
                <a:latin typeface="MS PGothic"/>
              </a:rPr>
              <a:t>対等である</a:t>
            </a:r>
            <a:endParaRPr sz="5450" spc="550">
              <a:solidFill>
                <a:srgbClr val="011993"/>
              </a:solidFill>
              <a:latin typeface="MS PGothic"/>
            </a:endParaRPr>
          </a:p>
          <a:p>
            <a:pPr marL="12700" marR="2769235">
              <a:lnSpc>
                <a:spcPct val="124800"/>
              </a:lnSpc>
              <a:spcBef>
                <a:spcPts val="5605"/>
              </a:spcBef>
            </a:pPr>
            <a:r>
              <a:rPr sz="5450" spc="415" dirty="0">
                <a:solidFill>
                  <a:srgbClr val="011993"/>
                </a:solidFill>
                <a:latin typeface="MS PGothic"/>
                <a:cs typeface="MS PGothic"/>
              </a:rPr>
              <a:t>見えない存在をないものとするのも</a:t>
            </a:r>
            <a:r>
              <a:rPr sz="5450" spc="675" dirty="0">
                <a:solidFill>
                  <a:srgbClr val="011993"/>
                </a:solidFill>
                <a:latin typeface="MS PGothic"/>
                <a:cs typeface="MS PGothic"/>
              </a:rPr>
              <a:t>神さまを上に置くのも違う。</a:t>
            </a:r>
            <a:endParaRPr sz="5450">
              <a:latin typeface="MS PGothic"/>
              <a:cs typeface="MS P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792" y="5959475"/>
            <a:ext cx="410501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27050" y="1082675"/>
            <a:ext cx="7489190" cy="1177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406" y="5849086"/>
            <a:ext cx="16715105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spc="700" dirty="0">
                <a:solidFill>
                  <a:srgbClr val="011993"/>
                </a:solidFill>
                <a:latin typeface="MS PGothic"/>
                <a:cs typeface="MS PGothic"/>
              </a:rPr>
              <a:t>「神さま」と信頼関係を築くにはどうしたらいい？</a:t>
            </a:r>
            <a:endParaRPr sz="575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49840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7050" y="1160696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6650" y="3749675"/>
            <a:ext cx="17373600" cy="555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5700"/>
              </a:spcBef>
            </a:pPr>
            <a:r>
              <a:rPr lang="ja-JP" altLang="en-US" sz="5450" spc="590">
                <a:solidFill>
                  <a:srgbClr val="011993"/>
                </a:solidFill>
                <a:latin typeface="MS PGothic"/>
                <a:cs typeface="MS PGothic"/>
              </a:rPr>
              <a:t>具体的には？</a:t>
            </a:r>
            <a:endParaRPr lang="en-US" altLang="ja-JP" sz="5450" spc="590">
              <a:solidFill>
                <a:srgbClr val="011993"/>
              </a:solidFill>
              <a:latin typeface="MS PGothic"/>
              <a:cs typeface="MS PGothic"/>
            </a:endParaRPr>
          </a:p>
          <a:p>
            <a:pPr marL="83185">
              <a:lnSpc>
                <a:spcPct val="100000"/>
              </a:lnSpc>
              <a:spcBef>
                <a:spcPts val="5700"/>
              </a:spcBef>
            </a:pPr>
            <a:r>
              <a:rPr sz="5450" spc="590">
                <a:solidFill>
                  <a:srgbClr val="011993"/>
                </a:solidFill>
                <a:latin typeface="MS PGothic"/>
                <a:cs typeface="MS PGothic"/>
              </a:rPr>
              <a:t>・</a:t>
            </a:r>
            <a:r>
              <a:rPr sz="5450" spc="590" dirty="0">
                <a:solidFill>
                  <a:srgbClr val="011993"/>
                </a:solidFill>
                <a:latin typeface="MS PGothic"/>
                <a:cs typeface="MS PGothic"/>
              </a:rPr>
              <a:t>接触回数を増やす</a:t>
            </a:r>
            <a:r>
              <a:rPr sz="5450" spc="325" dirty="0">
                <a:solidFill>
                  <a:srgbClr val="011993"/>
                </a:solidFill>
                <a:latin typeface="MS PGothic"/>
                <a:cs typeface="MS PGothic"/>
              </a:rPr>
              <a:t>（</a:t>
            </a:r>
            <a:r>
              <a:rPr sz="5450" spc="585" dirty="0">
                <a:solidFill>
                  <a:srgbClr val="011993"/>
                </a:solidFill>
                <a:latin typeface="MS PGothic"/>
                <a:cs typeface="MS PGothic"/>
              </a:rPr>
              <a:t>氏神さまや気になる神社へ行く</a:t>
            </a:r>
            <a:r>
              <a:rPr sz="5450" spc="275" dirty="0">
                <a:solidFill>
                  <a:srgbClr val="011993"/>
                </a:solidFill>
                <a:latin typeface="MS PGothic"/>
                <a:cs typeface="MS PGothic"/>
              </a:rPr>
              <a:t>）</a:t>
            </a:r>
            <a:endParaRPr sz="5450">
              <a:latin typeface="MS PGothic"/>
              <a:cs typeface="MS PGothic"/>
            </a:endParaRPr>
          </a:p>
          <a:p>
            <a:pPr marL="83185">
              <a:lnSpc>
                <a:spcPct val="100000"/>
              </a:lnSpc>
              <a:spcBef>
                <a:spcPts val="1625"/>
              </a:spcBef>
            </a:pPr>
            <a:r>
              <a:rPr sz="5450" spc="715" dirty="0">
                <a:solidFill>
                  <a:srgbClr val="011993"/>
                </a:solidFill>
                <a:latin typeface="MS PGothic"/>
                <a:cs typeface="MS PGothic"/>
              </a:rPr>
              <a:t>・敬意を表す</a:t>
            </a:r>
            <a:r>
              <a:rPr sz="5450" spc="405" dirty="0">
                <a:solidFill>
                  <a:srgbClr val="011993"/>
                </a:solidFill>
                <a:latin typeface="MS PGothic"/>
                <a:cs typeface="MS PGothic"/>
              </a:rPr>
              <a:t>（</a:t>
            </a:r>
            <a:r>
              <a:rPr sz="5450" spc="745" dirty="0">
                <a:solidFill>
                  <a:srgbClr val="011993"/>
                </a:solidFill>
                <a:latin typeface="MS PGothic"/>
                <a:cs typeface="MS PGothic"/>
              </a:rPr>
              <a:t>お賽銭、お供え等</a:t>
            </a:r>
            <a:r>
              <a:rPr sz="5450" spc="355" dirty="0">
                <a:solidFill>
                  <a:srgbClr val="011993"/>
                </a:solidFill>
                <a:latin typeface="MS PGothic"/>
                <a:cs typeface="MS PGothic"/>
              </a:rPr>
              <a:t>）</a:t>
            </a:r>
            <a:endParaRPr sz="5450">
              <a:latin typeface="MS PGothic"/>
              <a:cs typeface="MS PGothic"/>
            </a:endParaRPr>
          </a:p>
          <a:p>
            <a:pPr marL="83185">
              <a:lnSpc>
                <a:spcPct val="100000"/>
              </a:lnSpc>
              <a:spcBef>
                <a:spcPts val="1620"/>
              </a:spcBef>
            </a:pPr>
            <a:r>
              <a:rPr sz="5450" spc="1265" dirty="0">
                <a:solidFill>
                  <a:srgbClr val="011993"/>
                </a:solidFill>
                <a:latin typeface="MS PGothic"/>
                <a:cs typeface="MS PGothic"/>
              </a:rPr>
              <a:t>・会話する</a:t>
            </a:r>
            <a:r>
              <a:rPr sz="5450" spc="735" dirty="0">
                <a:solidFill>
                  <a:srgbClr val="011993"/>
                </a:solidFill>
                <a:latin typeface="MS PGothic"/>
                <a:cs typeface="MS PGothic"/>
              </a:rPr>
              <a:t>（</a:t>
            </a:r>
            <a:r>
              <a:rPr sz="5450" spc="965" dirty="0">
                <a:solidFill>
                  <a:srgbClr val="011993"/>
                </a:solidFill>
                <a:latin typeface="MS PGothic"/>
                <a:cs typeface="MS PGothic"/>
              </a:rPr>
              <a:t>コミュニケーション</a:t>
            </a:r>
            <a:r>
              <a:rPr sz="5450" spc="740" dirty="0">
                <a:solidFill>
                  <a:srgbClr val="011993"/>
                </a:solidFill>
                <a:latin typeface="MS PGothic"/>
                <a:cs typeface="MS PGothic"/>
              </a:rPr>
              <a:t>）</a:t>
            </a:r>
            <a:endParaRPr sz="5450">
              <a:latin typeface="MS PGothic"/>
              <a:cs typeface="MS PGothic"/>
            </a:endParaRPr>
          </a:p>
          <a:p>
            <a:pPr marL="83185">
              <a:lnSpc>
                <a:spcPct val="100000"/>
              </a:lnSpc>
              <a:spcBef>
                <a:spcPts val="1625"/>
              </a:spcBef>
            </a:pPr>
            <a:r>
              <a:rPr sz="5450" spc="944" dirty="0">
                <a:solidFill>
                  <a:srgbClr val="011993"/>
                </a:solidFill>
                <a:latin typeface="MS PGothic"/>
                <a:cs typeface="MS PGothic"/>
              </a:rPr>
              <a:t>・宣言したことをやる</a:t>
            </a:r>
            <a:r>
              <a:rPr sz="5450" spc="625" dirty="0">
                <a:solidFill>
                  <a:srgbClr val="011993"/>
                </a:solidFill>
                <a:latin typeface="MS PGothic"/>
                <a:cs typeface="MS PGothic"/>
              </a:rPr>
              <a:t>（</a:t>
            </a:r>
            <a:r>
              <a:rPr sz="5450" spc="1250" dirty="0">
                <a:solidFill>
                  <a:srgbClr val="011993"/>
                </a:solidFill>
                <a:latin typeface="MS PGothic"/>
                <a:cs typeface="MS PGothic"/>
              </a:rPr>
              <a:t>行動</a:t>
            </a:r>
            <a:r>
              <a:rPr sz="5450" spc="575" dirty="0">
                <a:solidFill>
                  <a:srgbClr val="011993"/>
                </a:solidFill>
                <a:latin typeface="MS PGothic"/>
                <a:cs typeface="MS PGothic"/>
              </a:rPr>
              <a:t>）</a:t>
            </a:r>
            <a:endParaRPr sz="545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75002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7050" y="1180170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9050" y="3292475"/>
            <a:ext cx="11082655" cy="6561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spc="380" dirty="0">
                <a:solidFill>
                  <a:srgbClr val="011993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SimSun"/>
              </a:rPr>
              <a:t>ありがちな</a:t>
            </a:r>
            <a:r>
              <a:rPr sz="5450" spc="190" dirty="0">
                <a:solidFill>
                  <a:srgbClr val="011993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SimSun"/>
              </a:rPr>
              <a:t>NG</a:t>
            </a:r>
            <a:r>
              <a:rPr sz="5450" spc="75" dirty="0">
                <a:solidFill>
                  <a:srgbClr val="011993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SimSun"/>
              </a:rPr>
              <a:t>パターン</a:t>
            </a:r>
            <a:endParaRPr sz="5450">
              <a:latin typeface="ＭＳ ゴシック" panose="020B0609070205080204" pitchFamily="49" charset="-128"/>
              <a:ea typeface="ＭＳ ゴシック" panose="020B0609070205080204" pitchFamily="49" charset="-128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745"/>
              </a:spcBef>
            </a:pPr>
            <a:r>
              <a:rPr sz="5450" spc="710" dirty="0">
                <a:solidFill>
                  <a:srgbClr val="011993"/>
                </a:solidFill>
                <a:latin typeface="MS PGothic"/>
                <a:cs typeface="MS PGothic"/>
              </a:rPr>
              <a:t>・そもそも疑って信じない</a:t>
            </a:r>
            <a:endParaRPr sz="54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5450" spc="645" dirty="0">
                <a:solidFill>
                  <a:srgbClr val="011993"/>
                </a:solidFill>
                <a:latin typeface="MS PGothic"/>
                <a:cs typeface="MS PGothic"/>
              </a:rPr>
              <a:t>・現実が悪い時だけ</a:t>
            </a:r>
            <a:r>
              <a:rPr sz="5450" spc="350" dirty="0">
                <a:solidFill>
                  <a:srgbClr val="011993"/>
                </a:solidFill>
                <a:latin typeface="MS PGothic"/>
                <a:cs typeface="MS PGothic"/>
              </a:rPr>
              <a:t>（</a:t>
            </a:r>
            <a:r>
              <a:rPr sz="5450" spc="665" dirty="0">
                <a:solidFill>
                  <a:srgbClr val="011993"/>
                </a:solidFill>
                <a:latin typeface="MS PGothic"/>
                <a:cs typeface="MS PGothic"/>
              </a:rPr>
              <a:t>いい時だけ</a:t>
            </a:r>
            <a:r>
              <a:rPr sz="5450" spc="300" dirty="0">
                <a:solidFill>
                  <a:srgbClr val="011993"/>
                </a:solidFill>
                <a:latin typeface="MS PGothic"/>
                <a:cs typeface="MS PGothic"/>
              </a:rPr>
              <a:t>）</a:t>
            </a:r>
            <a:endParaRPr sz="54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5450" spc="550" dirty="0">
                <a:solidFill>
                  <a:srgbClr val="011993"/>
                </a:solidFill>
                <a:latin typeface="MS PGothic"/>
                <a:cs typeface="MS PGothic"/>
              </a:rPr>
              <a:t>・証拠を見せてくれないとやらない</a:t>
            </a:r>
            <a:endParaRPr sz="54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5450" spc="690" dirty="0">
                <a:solidFill>
                  <a:srgbClr val="011993"/>
                </a:solidFill>
                <a:latin typeface="MS PGothic"/>
                <a:cs typeface="MS PGothic"/>
              </a:rPr>
              <a:t>・見返りを求める</a:t>
            </a:r>
            <a:endParaRPr sz="54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5450" spc="565" dirty="0">
                <a:solidFill>
                  <a:srgbClr val="011993"/>
                </a:solidFill>
                <a:latin typeface="MS PGothic"/>
                <a:cs typeface="MS PGothic"/>
              </a:rPr>
              <a:t>・感謝を忘れる</a:t>
            </a:r>
            <a:endParaRPr sz="545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758920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3250" y="1094887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390" y="3503263"/>
            <a:ext cx="15297460" cy="5202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0"/>
              </a:spcBef>
            </a:pPr>
            <a:r>
              <a:rPr sz="5450" spc="710">
                <a:solidFill>
                  <a:srgbClr val="011993"/>
                </a:solidFill>
                <a:latin typeface="MS PGothic"/>
              </a:rPr>
              <a:t>相性のいい神さまと相談しながら進める感覚</a:t>
            </a:r>
            <a:endParaRPr lang="en-US" sz="5450" spc="710">
              <a:solidFill>
                <a:srgbClr val="011993"/>
              </a:solidFill>
              <a:latin typeface="MS PGothic"/>
            </a:endParaRPr>
          </a:p>
          <a:p>
            <a:pPr marL="12700" marR="5080">
              <a:lnSpc>
                <a:spcPct val="124800"/>
              </a:lnSpc>
              <a:spcBef>
                <a:spcPts val="100"/>
              </a:spcBef>
            </a:pPr>
            <a:r>
              <a:rPr sz="5450" spc="710">
                <a:solidFill>
                  <a:srgbClr val="011993"/>
                </a:solidFill>
                <a:latin typeface="MS PGothic"/>
              </a:rPr>
              <a:t>信じてやり続ける</a:t>
            </a:r>
            <a:r>
              <a:rPr lang="ja-JP" altLang="en-US" sz="5450" spc="710">
                <a:solidFill>
                  <a:srgbClr val="011993"/>
                </a:solidFill>
                <a:latin typeface="MS PGothic"/>
              </a:rPr>
              <a:t>人</a:t>
            </a:r>
            <a:r>
              <a:rPr sz="5450" spc="710">
                <a:solidFill>
                  <a:srgbClr val="011993"/>
                </a:solidFill>
                <a:latin typeface="MS PGothic"/>
              </a:rPr>
              <a:t>が信頼されるし</a:t>
            </a:r>
            <a:r>
              <a:rPr sz="5450" spc="710" dirty="0">
                <a:solidFill>
                  <a:srgbClr val="011993"/>
                </a:solidFill>
                <a:latin typeface="MS PGothic"/>
              </a:rPr>
              <a:t>、愛される</a:t>
            </a:r>
            <a:endParaRPr sz="5450" spc="710">
              <a:solidFill>
                <a:srgbClr val="011993"/>
              </a:solidFill>
              <a:latin typeface="MS PGothic"/>
            </a:endParaRPr>
          </a:p>
          <a:p>
            <a:pPr>
              <a:lnSpc>
                <a:spcPct val="100000"/>
              </a:lnSpc>
              <a:spcBef>
                <a:spcPts val="2800"/>
              </a:spcBef>
            </a:pPr>
            <a:endParaRPr sz="5450" spc="710">
              <a:solidFill>
                <a:srgbClr val="011993"/>
              </a:solidFill>
              <a:latin typeface="MS PGothic"/>
            </a:endParaRPr>
          </a:p>
          <a:p>
            <a:pPr marL="12700">
              <a:lnSpc>
                <a:spcPct val="100000"/>
              </a:lnSpc>
            </a:pPr>
            <a:r>
              <a:rPr sz="5450" spc="710" dirty="0">
                <a:solidFill>
                  <a:srgbClr val="011993"/>
                </a:solidFill>
                <a:latin typeface="MS PGothic"/>
              </a:rPr>
              <a:t>神さまとの信頼関係を構築すること</a:t>
            </a:r>
            <a:endParaRPr sz="5450" spc="710">
              <a:solidFill>
                <a:srgbClr val="011993"/>
              </a:solidFill>
              <a:latin typeface="MS PGothic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5450" spc="710" dirty="0">
                <a:solidFill>
                  <a:srgbClr val="011993"/>
                </a:solidFill>
                <a:latin typeface="MS PGothic"/>
              </a:rPr>
              <a:t>→これが６次元マーケティング</a:t>
            </a:r>
            <a:endParaRPr sz="5450" spc="710">
              <a:solidFill>
                <a:srgbClr val="011993"/>
              </a:solidFill>
              <a:latin typeface="MS P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9366" y="8726958"/>
            <a:ext cx="7519757" cy="22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3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女の人"/>
          <p:cNvSpPr/>
          <p:nvPr/>
        </p:nvSpPr>
        <p:spPr>
          <a:xfrm>
            <a:off x="9632551" y="7759713"/>
            <a:ext cx="1141449" cy="28575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451" extrusionOk="0">
                <a:moveTo>
                  <a:pt x="10767" y="3"/>
                </a:moveTo>
                <a:cubicBezTo>
                  <a:pt x="10163" y="-15"/>
                  <a:pt x="9173" y="50"/>
                  <a:pt x="8379" y="485"/>
                </a:cubicBezTo>
                <a:cubicBezTo>
                  <a:pt x="7869" y="770"/>
                  <a:pt x="7992" y="989"/>
                  <a:pt x="7147" y="1709"/>
                </a:cubicBezTo>
                <a:cubicBezTo>
                  <a:pt x="6047" y="2649"/>
                  <a:pt x="7909" y="2821"/>
                  <a:pt x="6636" y="3320"/>
                </a:cubicBezTo>
                <a:cubicBezTo>
                  <a:pt x="6113" y="3525"/>
                  <a:pt x="6502" y="3869"/>
                  <a:pt x="6502" y="3869"/>
                </a:cubicBezTo>
                <a:cubicBezTo>
                  <a:pt x="6394" y="3885"/>
                  <a:pt x="6207" y="3880"/>
                  <a:pt x="6099" y="3896"/>
                </a:cubicBezTo>
                <a:cubicBezTo>
                  <a:pt x="5550" y="3950"/>
                  <a:pt x="4864" y="4024"/>
                  <a:pt x="4314" y="4395"/>
                </a:cubicBezTo>
                <a:cubicBezTo>
                  <a:pt x="3537" y="4916"/>
                  <a:pt x="1662" y="6006"/>
                  <a:pt x="254" y="6893"/>
                </a:cubicBezTo>
                <a:cubicBezTo>
                  <a:pt x="241" y="6904"/>
                  <a:pt x="226" y="6914"/>
                  <a:pt x="212" y="6920"/>
                </a:cubicBezTo>
                <a:cubicBezTo>
                  <a:pt x="186" y="6941"/>
                  <a:pt x="160" y="6962"/>
                  <a:pt x="133" y="6978"/>
                </a:cubicBezTo>
                <a:cubicBezTo>
                  <a:pt x="-28" y="7113"/>
                  <a:pt x="-54" y="7253"/>
                  <a:pt x="120" y="7398"/>
                </a:cubicBezTo>
                <a:cubicBezTo>
                  <a:pt x="402" y="7629"/>
                  <a:pt x="494" y="7843"/>
                  <a:pt x="883" y="8241"/>
                </a:cubicBezTo>
                <a:cubicBezTo>
                  <a:pt x="1258" y="8633"/>
                  <a:pt x="2132" y="9064"/>
                  <a:pt x="2789" y="9483"/>
                </a:cubicBezTo>
                <a:cubicBezTo>
                  <a:pt x="2950" y="9591"/>
                  <a:pt x="2935" y="9681"/>
                  <a:pt x="3351" y="9923"/>
                </a:cubicBezTo>
                <a:cubicBezTo>
                  <a:pt x="3579" y="10057"/>
                  <a:pt x="3967" y="10040"/>
                  <a:pt x="3820" y="10040"/>
                </a:cubicBezTo>
                <a:cubicBezTo>
                  <a:pt x="4182" y="10051"/>
                  <a:pt x="4546" y="10004"/>
                  <a:pt x="4532" y="10025"/>
                </a:cubicBezTo>
                <a:cubicBezTo>
                  <a:pt x="4331" y="10627"/>
                  <a:pt x="4437" y="11347"/>
                  <a:pt x="4692" y="12094"/>
                </a:cubicBezTo>
                <a:cubicBezTo>
                  <a:pt x="4839" y="12561"/>
                  <a:pt x="6473" y="15069"/>
                  <a:pt x="6527" y="15493"/>
                </a:cubicBezTo>
                <a:cubicBezTo>
                  <a:pt x="6688" y="17357"/>
                  <a:pt x="7279" y="18781"/>
                  <a:pt x="7641" y="19603"/>
                </a:cubicBezTo>
                <a:cubicBezTo>
                  <a:pt x="7668" y="19651"/>
                  <a:pt x="7723" y="19673"/>
                  <a:pt x="7763" y="19673"/>
                </a:cubicBezTo>
                <a:cubicBezTo>
                  <a:pt x="7790" y="19673"/>
                  <a:pt x="7857" y="19684"/>
                  <a:pt x="7951" y="19700"/>
                </a:cubicBezTo>
                <a:cubicBezTo>
                  <a:pt x="7965" y="20098"/>
                  <a:pt x="8258" y="20001"/>
                  <a:pt x="7775" y="20313"/>
                </a:cubicBezTo>
                <a:cubicBezTo>
                  <a:pt x="7494" y="20495"/>
                  <a:pt x="6838" y="20688"/>
                  <a:pt x="6891" y="21026"/>
                </a:cubicBezTo>
                <a:cubicBezTo>
                  <a:pt x="6905" y="21150"/>
                  <a:pt x="6973" y="21215"/>
                  <a:pt x="7214" y="21307"/>
                </a:cubicBezTo>
                <a:cubicBezTo>
                  <a:pt x="7536" y="21419"/>
                  <a:pt x="8649" y="21585"/>
                  <a:pt x="9694" y="21268"/>
                </a:cubicBezTo>
                <a:cubicBezTo>
                  <a:pt x="10231" y="21107"/>
                  <a:pt x="9893" y="20801"/>
                  <a:pt x="10000" y="20672"/>
                </a:cubicBezTo>
                <a:cubicBezTo>
                  <a:pt x="10148" y="20511"/>
                  <a:pt x="10348" y="20420"/>
                  <a:pt x="10214" y="20027"/>
                </a:cubicBezTo>
                <a:cubicBezTo>
                  <a:pt x="10187" y="19947"/>
                  <a:pt x="10096" y="19803"/>
                  <a:pt x="10042" y="19690"/>
                </a:cubicBezTo>
                <a:cubicBezTo>
                  <a:pt x="10176" y="19669"/>
                  <a:pt x="10281" y="19642"/>
                  <a:pt x="10281" y="19609"/>
                </a:cubicBezTo>
                <a:cubicBezTo>
                  <a:pt x="10294" y="19174"/>
                  <a:pt x="10309" y="18942"/>
                  <a:pt x="10268" y="18287"/>
                </a:cubicBezTo>
                <a:cubicBezTo>
                  <a:pt x="10228" y="17798"/>
                  <a:pt x="10243" y="17454"/>
                  <a:pt x="10176" y="16944"/>
                </a:cubicBezTo>
                <a:cubicBezTo>
                  <a:pt x="10109" y="16390"/>
                  <a:pt x="10015" y="16449"/>
                  <a:pt x="9908" y="15896"/>
                </a:cubicBezTo>
                <a:cubicBezTo>
                  <a:pt x="9868" y="15660"/>
                  <a:pt x="9825" y="15434"/>
                  <a:pt x="9879" y="15193"/>
                </a:cubicBezTo>
                <a:cubicBezTo>
                  <a:pt x="9892" y="15101"/>
                  <a:pt x="9987" y="14456"/>
                  <a:pt x="10000" y="14365"/>
                </a:cubicBezTo>
                <a:cubicBezTo>
                  <a:pt x="10027" y="13312"/>
                  <a:pt x="10097" y="12899"/>
                  <a:pt x="10231" y="11852"/>
                </a:cubicBezTo>
                <a:cubicBezTo>
                  <a:pt x="10257" y="11766"/>
                  <a:pt x="10376" y="11717"/>
                  <a:pt x="10469" y="11803"/>
                </a:cubicBezTo>
                <a:cubicBezTo>
                  <a:pt x="11207" y="12464"/>
                  <a:pt x="11555" y="12812"/>
                  <a:pt x="12145" y="13452"/>
                </a:cubicBezTo>
                <a:cubicBezTo>
                  <a:pt x="12615" y="13962"/>
                  <a:pt x="13770" y="15290"/>
                  <a:pt x="13851" y="15532"/>
                </a:cubicBezTo>
                <a:cubicBezTo>
                  <a:pt x="13985" y="15978"/>
                  <a:pt x="14184" y="16417"/>
                  <a:pt x="14345" y="16965"/>
                </a:cubicBezTo>
                <a:cubicBezTo>
                  <a:pt x="14640" y="17948"/>
                  <a:pt x="15661" y="19270"/>
                  <a:pt x="15795" y="19517"/>
                </a:cubicBezTo>
                <a:cubicBezTo>
                  <a:pt x="15822" y="19565"/>
                  <a:pt x="15834" y="19592"/>
                  <a:pt x="15874" y="19630"/>
                </a:cubicBezTo>
                <a:cubicBezTo>
                  <a:pt x="15888" y="19640"/>
                  <a:pt x="16007" y="19658"/>
                  <a:pt x="16168" y="19663"/>
                </a:cubicBezTo>
                <a:cubicBezTo>
                  <a:pt x="16221" y="19851"/>
                  <a:pt x="16234" y="20173"/>
                  <a:pt x="15912" y="20420"/>
                </a:cubicBezTo>
                <a:cubicBezTo>
                  <a:pt x="15631" y="20641"/>
                  <a:pt x="16113" y="20946"/>
                  <a:pt x="16113" y="20946"/>
                </a:cubicBezTo>
                <a:cubicBezTo>
                  <a:pt x="16408" y="21042"/>
                  <a:pt x="16743" y="21091"/>
                  <a:pt x="17186" y="21080"/>
                </a:cubicBezTo>
                <a:cubicBezTo>
                  <a:pt x="17615" y="21075"/>
                  <a:pt x="17884" y="21161"/>
                  <a:pt x="17978" y="21187"/>
                </a:cubicBezTo>
                <a:cubicBezTo>
                  <a:pt x="18031" y="21204"/>
                  <a:pt x="18057" y="21209"/>
                  <a:pt x="18057" y="21209"/>
                </a:cubicBezTo>
                <a:cubicBezTo>
                  <a:pt x="18057" y="21209"/>
                  <a:pt x="19373" y="21440"/>
                  <a:pt x="20848" y="21344"/>
                </a:cubicBezTo>
                <a:cubicBezTo>
                  <a:pt x="21478" y="21317"/>
                  <a:pt x="21546" y="21161"/>
                  <a:pt x="21104" y="20946"/>
                </a:cubicBezTo>
                <a:cubicBezTo>
                  <a:pt x="20447" y="20618"/>
                  <a:pt x="19682" y="20571"/>
                  <a:pt x="19361" y="20367"/>
                </a:cubicBezTo>
                <a:cubicBezTo>
                  <a:pt x="18771" y="19991"/>
                  <a:pt x="18409" y="19910"/>
                  <a:pt x="18288" y="19620"/>
                </a:cubicBezTo>
                <a:cubicBezTo>
                  <a:pt x="18449" y="19598"/>
                  <a:pt x="18543" y="19583"/>
                  <a:pt x="18543" y="19583"/>
                </a:cubicBezTo>
                <a:cubicBezTo>
                  <a:pt x="18543" y="19583"/>
                  <a:pt x="18461" y="19087"/>
                  <a:pt x="18368" y="18765"/>
                </a:cubicBezTo>
                <a:cubicBezTo>
                  <a:pt x="18126" y="17922"/>
                  <a:pt x="18046" y="17332"/>
                  <a:pt x="17965" y="16870"/>
                </a:cubicBezTo>
                <a:cubicBezTo>
                  <a:pt x="17831" y="16053"/>
                  <a:pt x="17360" y="15671"/>
                  <a:pt x="17253" y="15402"/>
                </a:cubicBezTo>
                <a:cubicBezTo>
                  <a:pt x="16851" y="14452"/>
                  <a:pt x="16690" y="14372"/>
                  <a:pt x="16449" y="13378"/>
                </a:cubicBezTo>
                <a:cubicBezTo>
                  <a:pt x="16408" y="13195"/>
                  <a:pt x="16221" y="11911"/>
                  <a:pt x="15912" y="11159"/>
                </a:cubicBezTo>
                <a:cubicBezTo>
                  <a:pt x="15738" y="10734"/>
                  <a:pt x="15405" y="10370"/>
                  <a:pt x="15137" y="9967"/>
                </a:cubicBezTo>
                <a:cubicBezTo>
                  <a:pt x="15218" y="10096"/>
                  <a:pt x="15269" y="9913"/>
                  <a:pt x="15564" y="9886"/>
                </a:cubicBezTo>
                <a:cubicBezTo>
                  <a:pt x="16208" y="9832"/>
                  <a:pt x="16476" y="9686"/>
                  <a:pt x="16838" y="9498"/>
                </a:cubicBezTo>
                <a:cubicBezTo>
                  <a:pt x="17723" y="9020"/>
                  <a:pt x="20312" y="7812"/>
                  <a:pt x="20714" y="7469"/>
                </a:cubicBezTo>
                <a:cubicBezTo>
                  <a:pt x="20888" y="7318"/>
                  <a:pt x="21195" y="7000"/>
                  <a:pt x="21208" y="6839"/>
                </a:cubicBezTo>
                <a:cubicBezTo>
                  <a:pt x="21222" y="6646"/>
                  <a:pt x="20727" y="6421"/>
                  <a:pt x="20580" y="6292"/>
                </a:cubicBezTo>
                <a:cubicBezTo>
                  <a:pt x="20379" y="6120"/>
                  <a:pt x="19881" y="5825"/>
                  <a:pt x="19599" y="5669"/>
                </a:cubicBezTo>
                <a:cubicBezTo>
                  <a:pt x="18889" y="5277"/>
                  <a:pt x="18528" y="5179"/>
                  <a:pt x="17496" y="4690"/>
                </a:cubicBezTo>
                <a:cubicBezTo>
                  <a:pt x="17335" y="4615"/>
                  <a:pt x="16586" y="4008"/>
                  <a:pt x="15862" y="3884"/>
                </a:cubicBezTo>
                <a:cubicBezTo>
                  <a:pt x="15192" y="3766"/>
                  <a:pt x="13968" y="3767"/>
                  <a:pt x="13968" y="3767"/>
                </a:cubicBezTo>
                <a:cubicBezTo>
                  <a:pt x="14116" y="3536"/>
                  <a:pt x="13620" y="3418"/>
                  <a:pt x="13620" y="3149"/>
                </a:cubicBezTo>
                <a:cubicBezTo>
                  <a:pt x="13620" y="2607"/>
                  <a:pt x="15057" y="2853"/>
                  <a:pt x="13729" y="1365"/>
                </a:cubicBezTo>
                <a:cubicBezTo>
                  <a:pt x="13595" y="1220"/>
                  <a:pt x="13324" y="554"/>
                  <a:pt x="12426" y="334"/>
                </a:cubicBezTo>
                <a:cubicBezTo>
                  <a:pt x="12305" y="302"/>
                  <a:pt x="12051" y="279"/>
                  <a:pt x="11957" y="236"/>
                </a:cubicBezTo>
                <a:cubicBezTo>
                  <a:pt x="11796" y="172"/>
                  <a:pt x="11555" y="87"/>
                  <a:pt x="11219" y="38"/>
                </a:cubicBezTo>
                <a:cubicBezTo>
                  <a:pt x="11126" y="25"/>
                  <a:pt x="10968" y="9"/>
                  <a:pt x="10767" y="3"/>
                </a:cubicBezTo>
                <a:close/>
                <a:moveTo>
                  <a:pt x="15514" y="5645"/>
                </a:moveTo>
                <a:cubicBezTo>
                  <a:pt x="15647" y="5640"/>
                  <a:pt x="15796" y="5665"/>
                  <a:pt x="15967" y="5723"/>
                </a:cubicBezTo>
                <a:cubicBezTo>
                  <a:pt x="16731" y="5981"/>
                  <a:pt x="18812" y="6904"/>
                  <a:pt x="18812" y="7022"/>
                </a:cubicBezTo>
                <a:cubicBezTo>
                  <a:pt x="18812" y="7113"/>
                  <a:pt x="18490" y="7365"/>
                  <a:pt x="17806" y="7838"/>
                </a:cubicBezTo>
                <a:cubicBezTo>
                  <a:pt x="17350" y="8155"/>
                  <a:pt x="16894" y="8365"/>
                  <a:pt x="16264" y="8763"/>
                </a:cubicBezTo>
                <a:cubicBezTo>
                  <a:pt x="16224" y="8790"/>
                  <a:pt x="15967" y="8972"/>
                  <a:pt x="15686" y="8961"/>
                </a:cubicBezTo>
                <a:cubicBezTo>
                  <a:pt x="15686" y="8961"/>
                  <a:pt x="15299" y="8919"/>
                  <a:pt x="14923" y="8817"/>
                </a:cubicBezTo>
                <a:cubicBezTo>
                  <a:pt x="14575" y="8720"/>
                  <a:pt x="14186" y="8736"/>
                  <a:pt x="14186" y="8758"/>
                </a:cubicBezTo>
                <a:cubicBezTo>
                  <a:pt x="14186" y="8763"/>
                  <a:pt x="13824" y="8521"/>
                  <a:pt x="13851" y="8021"/>
                </a:cubicBezTo>
                <a:cubicBezTo>
                  <a:pt x="13891" y="7054"/>
                  <a:pt x="14277" y="6722"/>
                  <a:pt x="14559" y="6340"/>
                </a:cubicBezTo>
                <a:cubicBezTo>
                  <a:pt x="14861" y="5938"/>
                  <a:pt x="15116" y="5661"/>
                  <a:pt x="15514" y="5645"/>
                </a:cubicBezTo>
                <a:close/>
                <a:moveTo>
                  <a:pt x="5395" y="5887"/>
                </a:moveTo>
                <a:cubicBezTo>
                  <a:pt x="5545" y="5876"/>
                  <a:pt x="5689" y="5902"/>
                  <a:pt x="5722" y="6028"/>
                </a:cubicBezTo>
                <a:cubicBezTo>
                  <a:pt x="5749" y="6120"/>
                  <a:pt x="5832" y="6280"/>
                  <a:pt x="5886" y="6414"/>
                </a:cubicBezTo>
                <a:cubicBezTo>
                  <a:pt x="6060" y="6844"/>
                  <a:pt x="6366" y="6931"/>
                  <a:pt x="6393" y="7210"/>
                </a:cubicBezTo>
                <a:cubicBezTo>
                  <a:pt x="6527" y="8430"/>
                  <a:pt x="5806" y="8382"/>
                  <a:pt x="5404" y="8919"/>
                </a:cubicBezTo>
                <a:cubicBezTo>
                  <a:pt x="5337" y="8903"/>
                  <a:pt x="4707" y="8988"/>
                  <a:pt x="4130" y="9095"/>
                </a:cubicBezTo>
                <a:cubicBezTo>
                  <a:pt x="3419" y="8778"/>
                  <a:pt x="3068" y="7651"/>
                  <a:pt x="2559" y="7281"/>
                </a:cubicBezTo>
                <a:cubicBezTo>
                  <a:pt x="2291" y="7082"/>
                  <a:pt x="3164" y="6834"/>
                  <a:pt x="3807" y="6544"/>
                </a:cubicBezTo>
                <a:cubicBezTo>
                  <a:pt x="4304" y="6323"/>
                  <a:pt x="4516" y="6228"/>
                  <a:pt x="5052" y="5964"/>
                </a:cubicBezTo>
                <a:cubicBezTo>
                  <a:pt x="5092" y="5946"/>
                  <a:pt x="5246" y="5898"/>
                  <a:pt x="5395" y="5887"/>
                </a:cubicBezTo>
                <a:close/>
              </a:path>
            </a:pathLst>
          </a:custGeom>
          <a:solidFill>
            <a:srgbClr val="929292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 rtl="0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294" name="楕円"/>
          <p:cNvSpPr/>
          <p:nvPr/>
        </p:nvSpPr>
        <p:spPr>
          <a:xfrm>
            <a:off x="6952339" y="825719"/>
            <a:ext cx="6572263" cy="2667875"/>
          </a:xfrm>
          <a:prstGeom prst="ellipse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 rtl="0" hangingPunct="0">
              <a:defRPr sz="3200">
                <a:solidFill>
                  <a:srgbClr val="FFFB00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FFFB00"/>
              </a:solidFill>
              <a:latin typeface="Graphik"/>
              <a:sym typeface="Graphik"/>
            </a:endParaRPr>
          </a:p>
        </p:txBody>
      </p:sp>
      <p:sp>
        <p:nvSpPr>
          <p:cNvPr id="295" name="楕円"/>
          <p:cNvSpPr/>
          <p:nvPr/>
        </p:nvSpPr>
        <p:spPr>
          <a:xfrm>
            <a:off x="3317866" y="-2842757"/>
            <a:ext cx="13770818" cy="4265699"/>
          </a:xfrm>
          <a:prstGeom prst="ellipse">
            <a:avLst/>
          </a:prstGeom>
          <a:solidFill>
            <a:srgbClr val="0433FF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 rtl="0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296" name="魂の源"/>
          <p:cNvSpPr txBox="1"/>
          <p:nvPr/>
        </p:nvSpPr>
        <p:spPr>
          <a:xfrm>
            <a:off x="9386546" y="344696"/>
            <a:ext cx="1637896" cy="64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 sz="4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4040"/>
              <a:t>魂の源</a:t>
            </a:r>
          </a:p>
        </p:txBody>
      </p:sp>
      <p:sp>
        <p:nvSpPr>
          <p:cNvPr id="297" name="魂・真我"/>
          <p:cNvSpPr txBox="1"/>
          <p:nvPr/>
        </p:nvSpPr>
        <p:spPr>
          <a:xfrm>
            <a:off x="8652561" y="1829660"/>
            <a:ext cx="3425244" cy="98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 sz="790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6514"/>
              <a:t>魂・真我</a:t>
            </a:r>
          </a:p>
        </p:txBody>
      </p:sp>
      <p:sp>
        <p:nvSpPr>
          <p:cNvPr id="298" name="環太平洋地域"/>
          <p:cNvSpPr/>
          <p:nvPr/>
        </p:nvSpPr>
        <p:spPr>
          <a:xfrm>
            <a:off x="5540248" y="10316786"/>
            <a:ext cx="9627665" cy="9627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7720" y="0"/>
                  <a:pt x="4944" y="1303"/>
                  <a:pt x="2974" y="3378"/>
                </a:cubicBezTo>
                <a:cubicBezTo>
                  <a:pt x="2840" y="3517"/>
                  <a:pt x="2709" y="3662"/>
                  <a:pt x="2580" y="3813"/>
                </a:cubicBezTo>
                <a:cubicBezTo>
                  <a:pt x="2532" y="3869"/>
                  <a:pt x="2481" y="3923"/>
                  <a:pt x="2434" y="3981"/>
                </a:cubicBezTo>
                <a:cubicBezTo>
                  <a:pt x="2271" y="4181"/>
                  <a:pt x="2114" y="4391"/>
                  <a:pt x="1963" y="4611"/>
                </a:cubicBezTo>
                <a:cubicBezTo>
                  <a:pt x="1837" y="4789"/>
                  <a:pt x="1722" y="4975"/>
                  <a:pt x="1608" y="5161"/>
                </a:cubicBezTo>
                <a:cubicBezTo>
                  <a:pt x="595" y="6805"/>
                  <a:pt x="0" y="8732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0800" y="54"/>
                </a:moveTo>
                <a:cubicBezTo>
                  <a:pt x="10840" y="54"/>
                  <a:pt x="10879" y="57"/>
                  <a:pt x="10918" y="57"/>
                </a:cubicBezTo>
                <a:cubicBezTo>
                  <a:pt x="10921" y="57"/>
                  <a:pt x="10924" y="57"/>
                  <a:pt x="10928" y="57"/>
                </a:cubicBezTo>
                <a:cubicBezTo>
                  <a:pt x="11109" y="59"/>
                  <a:pt x="11289" y="65"/>
                  <a:pt x="11468" y="76"/>
                </a:cubicBezTo>
                <a:cubicBezTo>
                  <a:pt x="11469" y="76"/>
                  <a:pt x="11470" y="76"/>
                  <a:pt x="11470" y="76"/>
                </a:cubicBezTo>
                <a:lnTo>
                  <a:pt x="11497" y="86"/>
                </a:lnTo>
                <a:lnTo>
                  <a:pt x="11371" y="88"/>
                </a:lnTo>
                <a:lnTo>
                  <a:pt x="11475" y="99"/>
                </a:lnTo>
                <a:lnTo>
                  <a:pt x="11658" y="111"/>
                </a:lnTo>
                <a:lnTo>
                  <a:pt x="11933" y="126"/>
                </a:lnTo>
                <a:lnTo>
                  <a:pt x="12108" y="136"/>
                </a:lnTo>
                <a:cubicBezTo>
                  <a:pt x="12132" y="139"/>
                  <a:pt x="12155" y="142"/>
                  <a:pt x="12179" y="145"/>
                </a:cubicBezTo>
                <a:lnTo>
                  <a:pt x="12106" y="140"/>
                </a:lnTo>
                <a:lnTo>
                  <a:pt x="11899" y="133"/>
                </a:lnTo>
                <a:lnTo>
                  <a:pt x="11736" y="123"/>
                </a:lnTo>
                <a:lnTo>
                  <a:pt x="11623" y="126"/>
                </a:lnTo>
                <a:lnTo>
                  <a:pt x="11497" y="118"/>
                </a:lnTo>
                <a:lnTo>
                  <a:pt x="11318" y="108"/>
                </a:lnTo>
                <a:lnTo>
                  <a:pt x="11063" y="96"/>
                </a:lnTo>
                <a:lnTo>
                  <a:pt x="10857" y="96"/>
                </a:lnTo>
                <a:lnTo>
                  <a:pt x="10709" y="113"/>
                </a:lnTo>
                <a:lnTo>
                  <a:pt x="10517" y="125"/>
                </a:lnTo>
                <a:lnTo>
                  <a:pt x="10436" y="135"/>
                </a:lnTo>
                <a:lnTo>
                  <a:pt x="10356" y="148"/>
                </a:lnTo>
                <a:lnTo>
                  <a:pt x="10376" y="175"/>
                </a:lnTo>
                <a:lnTo>
                  <a:pt x="10425" y="183"/>
                </a:lnTo>
                <a:lnTo>
                  <a:pt x="10514" y="183"/>
                </a:lnTo>
                <a:lnTo>
                  <a:pt x="10563" y="207"/>
                </a:lnTo>
                <a:lnTo>
                  <a:pt x="10635" y="215"/>
                </a:lnTo>
                <a:lnTo>
                  <a:pt x="10807" y="221"/>
                </a:lnTo>
                <a:lnTo>
                  <a:pt x="10903" y="241"/>
                </a:lnTo>
                <a:lnTo>
                  <a:pt x="11041" y="263"/>
                </a:lnTo>
                <a:lnTo>
                  <a:pt x="10997" y="286"/>
                </a:lnTo>
                <a:lnTo>
                  <a:pt x="11103" y="337"/>
                </a:lnTo>
                <a:lnTo>
                  <a:pt x="11217" y="399"/>
                </a:lnTo>
                <a:lnTo>
                  <a:pt x="11280" y="446"/>
                </a:lnTo>
                <a:lnTo>
                  <a:pt x="11349" y="428"/>
                </a:lnTo>
                <a:lnTo>
                  <a:pt x="11458" y="384"/>
                </a:lnTo>
                <a:lnTo>
                  <a:pt x="11610" y="372"/>
                </a:lnTo>
                <a:lnTo>
                  <a:pt x="11667" y="404"/>
                </a:lnTo>
                <a:lnTo>
                  <a:pt x="11751" y="421"/>
                </a:lnTo>
                <a:lnTo>
                  <a:pt x="11749" y="481"/>
                </a:lnTo>
                <a:lnTo>
                  <a:pt x="11724" y="522"/>
                </a:lnTo>
                <a:lnTo>
                  <a:pt x="11881" y="547"/>
                </a:lnTo>
                <a:lnTo>
                  <a:pt x="11896" y="571"/>
                </a:lnTo>
                <a:lnTo>
                  <a:pt x="11982" y="618"/>
                </a:lnTo>
                <a:lnTo>
                  <a:pt x="12047" y="648"/>
                </a:lnTo>
                <a:lnTo>
                  <a:pt x="12128" y="646"/>
                </a:lnTo>
                <a:lnTo>
                  <a:pt x="12212" y="668"/>
                </a:lnTo>
                <a:lnTo>
                  <a:pt x="12342" y="714"/>
                </a:lnTo>
                <a:lnTo>
                  <a:pt x="12411" y="714"/>
                </a:lnTo>
                <a:lnTo>
                  <a:pt x="12463" y="633"/>
                </a:lnTo>
                <a:lnTo>
                  <a:pt x="12468" y="584"/>
                </a:lnTo>
                <a:lnTo>
                  <a:pt x="12628" y="566"/>
                </a:lnTo>
                <a:lnTo>
                  <a:pt x="12552" y="512"/>
                </a:lnTo>
                <a:lnTo>
                  <a:pt x="12525" y="466"/>
                </a:lnTo>
                <a:lnTo>
                  <a:pt x="12547" y="443"/>
                </a:lnTo>
                <a:lnTo>
                  <a:pt x="12635" y="433"/>
                </a:lnTo>
                <a:lnTo>
                  <a:pt x="12783" y="438"/>
                </a:lnTo>
                <a:lnTo>
                  <a:pt x="12970" y="465"/>
                </a:lnTo>
                <a:lnTo>
                  <a:pt x="12924" y="434"/>
                </a:lnTo>
                <a:lnTo>
                  <a:pt x="12945" y="387"/>
                </a:lnTo>
                <a:lnTo>
                  <a:pt x="13054" y="382"/>
                </a:lnTo>
                <a:lnTo>
                  <a:pt x="13155" y="399"/>
                </a:lnTo>
                <a:lnTo>
                  <a:pt x="13268" y="458"/>
                </a:lnTo>
                <a:lnTo>
                  <a:pt x="13283" y="498"/>
                </a:lnTo>
                <a:lnTo>
                  <a:pt x="13258" y="529"/>
                </a:lnTo>
                <a:lnTo>
                  <a:pt x="13190" y="544"/>
                </a:lnTo>
                <a:lnTo>
                  <a:pt x="13293" y="579"/>
                </a:lnTo>
                <a:lnTo>
                  <a:pt x="13450" y="631"/>
                </a:lnTo>
                <a:lnTo>
                  <a:pt x="13524" y="675"/>
                </a:lnTo>
                <a:lnTo>
                  <a:pt x="13623" y="724"/>
                </a:lnTo>
                <a:lnTo>
                  <a:pt x="13655" y="761"/>
                </a:lnTo>
                <a:lnTo>
                  <a:pt x="13717" y="805"/>
                </a:lnTo>
                <a:lnTo>
                  <a:pt x="13848" y="882"/>
                </a:lnTo>
                <a:lnTo>
                  <a:pt x="13986" y="931"/>
                </a:lnTo>
                <a:lnTo>
                  <a:pt x="13970" y="954"/>
                </a:lnTo>
                <a:lnTo>
                  <a:pt x="13904" y="934"/>
                </a:lnTo>
                <a:lnTo>
                  <a:pt x="13800" y="912"/>
                </a:lnTo>
                <a:lnTo>
                  <a:pt x="13801" y="927"/>
                </a:lnTo>
                <a:lnTo>
                  <a:pt x="13956" y="971"/>
                </a:lnTo>
                <a:lnTo>
                  <a:pt x="13917" y="1007"/>
                </a:lnTo>
                <a:lnTo>
                  <a:pt x="14020" y="1067"/>
                </a:lnTo>
                <a:lnTo>
                  <a:pt x="13909" y="1096"/>
                </a:lnTo>
                <a:lnTo>
                  <a:pt x="13880" y="1099"/>
                </a:lnTo>
                <a:lnTo>
                  <a:pt x="13892" y="1084"/>
                </a:lnTo>
                <a:lnTo>
                  <a:pt x="13946" y="1079"/>
                </a:lnTo>
                <a:lnTo>
                  <a:pt x="13896" y="1028"/>
                </a:lnTo>
                <a:lnTo>
                  <a:pt x="13848" y="1020"/>
                </a:lnTo>
                <a:lnTo>
                  <a:pt x="13811" y="1062"/>
                </a:lnTo>
                <a:lnTo>
                  <a:pt x="13823" y="1103"/>
                </a:lnTo>
                <a:lnTo>
                  <a:pt x="13827" y="1104"/>
                </a:lnTo>
                <a:lnTo>
                  <a:pt x="13806" y="1106"/>
                </a:lnTo>
                <a:lnTo>
                  <a:pt x="13623" y="1106"/>
                </a:lnTo>
                <a:lnTo>
                  <a:pt x="13460" y="1096"/>
                </a:lnTo>
                <a:lnTo>
                  <a:pt x="13364" y="1064"/>
                </a:lnTo>
                <a:lnTo>
                  <a:pt x="13303" y="1089"/>
                </a:lnTo>
                <a:lnTo>
                  <a:pt x="13210" y="1084"/>
                </a:lnTo>
                <a:lnTo>
                  <a:pt x="13103" y="1047"/>
                </a:lnTo>
                <a:lnTo>
                  <a:pt x="12965" y="1049"/>
                </a:lnTo>
                <a:lnTo>
                  <a:pt x="12911" y="1064"/>
                </a:lnTo>
                <a:lnTo>
                  <a:pt x="12778" y="1084"/>
                </a:lnTo>
                <a:lnTo>
                  <a:pt x="12721" y="1106"/>
                </a:lnTo>
                <a:lnTo>
                  <a:pt x="12672" y="1066"/>
                </a:lnTo>
                <a:lnTo>
                  <a:pt x="12566" y="1044"/>
                </a:lnTo>
                <a:lnTo>
                  <a:pt x="12384" y="1047"/>
                </a:lnTo>
                <a:lnTo>
                  <a:pt x="12345" y="1076"/>
                </a:lnTo>
                <a:lnTo>
                  <a:pt x="12357" y="1123"/>
                </a:lnTo>
                <a:lnTo>
                  <a:pt x="12275" y="1145"/>
                </a:lnTo>
                <a:lnTo>
                  <a:pt x="12248" y="1180"/>
                </a:lnTo>
                <a:lnTo>
                  <a:pt x="12296" y="1237"/>
                </a:lnTo>
                <a:lnTo>
                  <a:pt x="12376" y="1274"/>
                </a:lnTo>
                <a:lnTo>
                  <a:pt x="12453" y="1306"/>
                </a:lnTo>
                <a:lnTo>
                  <a:pt x="12541" y="1236"/>
                </a:lnTo>
                <a:lnTo>
                  <a:pt x="12652" y="1199"/>
                </a:lnTo>
                <a:lnTo>
                  <a:pt x="12776" y="1180"/>
                </a:lnTo>
                <a:lnTo>
                  <a:pt x="12783" y="1242"/>
                </a:lnTo>
                <a:lnTo>
                  <a:pt x="12702" y="1279"/>
                </a:lnTo>
                <a:lnTo>
                  <a:pt x="12719" y="1345"/>
                </a:lnTo>
                <a:lnTo>
                  <a:pt x="12867" y="1331"/>
                </a:lnTo>
                <a:lnTo>
                  <a:pt x="12776" y="1392"/>
                </a:lnTo>
                <a:lnTo>
                  <a:pt x="12860" y="1449"/>
                </a:lnTo>
                <a:lnTo>
                  <a:pt x="12766" y="1458"/>
                </a:lnTo>
                <a:lnTo>
                  <a:pt x="12731" y="1559"/>
                </a:lnTo>
                <a:lnTo>
                  <a:pt x="12737" y="1611"/>
                </a:lnTo>
                <a:lnTo>
                  <a:pt x="12785" y="1651"/>
                </a:lnTo>
                <a:lnTo>
                  <a:pt x="12919" y="1638"/>
                </a:lnTo>
                <a:lnTo>
                  <a:pt x="13039" y="1576"/>
                </a:lnTo>
                <a:lnTo>
                  <a:pt x="13020" y="1523"/>
                </a:lnTo>
                <a:lnTo>
                  <a:pt x="13024" y="1459"/>
                </a:lnTo>
                <a:lnTo>
                  <a:pt x="13148" y="1419"/>
                </a:lnTo>
                <a:lnTo>
                  <a:pt x="13192" y="1443"/>
                </a:lnTo>
                <a:lnTo>
                  <a:pt x="13310" y="1422"/>
                </a:lnTo>
                <a:lnTo>
                  <a:pt x="13212" y="1468"/>
                </a:lnTo>
                <a:lnTo>
                  <a:pt x="13263" y="1532"/>
                </a:lnTo>
                <a:lnTo>
                  <a:pt x="13330" y="1549"/>
                </a:lnTo>
                <a:lnTo>
                  <a:pt x="13392" y="1517"/>
                </a:lnTo>
                <a:lnTo>
                  <a:pt x="13470" y="1564"/>
                </a:lnTo>
                <a:lnTo>
                  <a:pt x="13572" y="1608"/>
                </a:lnTo>
                <a:lnTo>
                  <a:pt x="13611" y="1687"/>
                </a:lnTo>
                <a:lnTo>
                  <a:pt x="13678" y="1722"/>
                </a:lnTo>
                <a:lnTo>
                  <a:pt x="13660" y="1778"/>
                </a:lnTo>
                <a:lnTo>
                  <a:pt x="13668" y="1815"/>
                </a:lnTo>
                <a:lnTo>
                  <a:pt x="13719" y="1840"/>
                </a:lnTo>
                <a:lnTo>
                  <a:pt x="13781" y="1880"/>
                </a:lnTo>
                <a:lnTo>
                  <a:pt x="13855" y="1894"/>
                </a:lnTo>
                <a:lnTo>
                  <a:pt x="13864" y="1842"/>
                </a:lnTo>
                <a:lnTo>
                  <a:pt x="13981" y="1867"/>
                </a:lnTo>
                <a:lnTo>
                  <a:pt x="13951" y="1926"/>
                </a:lnTo>
                <a:lnTo>
                  <a:pt x="14013" y="1954"/>
                </a:lnTo>
                <a:lnTo>
                  <a:pt x="14148" y="2059"/>
                </a:lnTo>
                <a:lnTo>
                  <a:pt x="14192" y="2136"/>
                </a:lnTo>
                <a:lnTo>
                  <a:pt x="14064" y="2091"/>
                </a:lnTo>
                <a:lnTo>
                  <a:pt x="14045" y="2156"/>
                </a:lnTo>
                <a:lnTo>
                  <a:pt x="14093" y="2193"/>
                </a:lnTo>
                <a:lnTo>
                  <a:pt x="14118" y="2252"/>
                </a:lnTo>
                <a:lnTo>
                  <a:pt x="14145" y="2353"/>
                </a:lnTo>
                <a:lnTo>
                  <a:pt x="14130" y="2421"/>
                </a:lnTo>
                <a:lnTo>
                  <a:pt x="14156" y="2471"/>
                </a:lnTo>
                <a:lnTo>
                  <a:pt x="14214" y="2483"/>
                </a:lnTo>
                <a:lnTo>
                  <a:pt x="14276" y="2533"/>
                </a:lnTo>
                <a:lnTo>
                  <a:pt x="14158" y="2545"/>
                </a:lnTo>
                <a:lnTo>
                  <a:pt x="14305" y="2596"/>
                </a:lnTo>
                <a:lnTo>
                  <a:pt x="14202" y="2671"/>
                </a:lnTo>
                <a:lnTo>
                  <a:pt x="14200" y="2700"/>
                </a:lnTo>
                <a:lnTo>
                  <a:pt x="14283" y="2708"/>
                </a:lnTo>
                <a:lnTo>
                  <a:pt x="14340" y="2740"/>
                </a:lnTo>
                <a:lnTo>
                  <a:pt x="14286" y="2769"/>
                </a:lnTo>
                <a:lnTo>
                  <a:pt x="14364" y="2840"/>
                </a:lnTo>
                <a:lnTo>
                  <a:pt x="14466" y="2909"/>
                </a:lnTo>
                <a:lnTo>
                  <a:pt x="14473" y="2974"/>
                </a:lnTo>
                <a:lnTo>
                  <a:pt x="14547" y="3033"/>
                </a:lnTo>
                <a:lnTo>
                  <a:pt x="14633" y="3080"/>
                </a:lnTo>
                <a:lnTo>
                  <a:pt x="14633" y="3128"/>
                </a:lnTo>
                <a:lnTo>
                  <a:pt x="14571" y="3190"/>
                </a:lnTo>
                <a:lnTo>
                  <a:pt x="14550" y="3269"/>
                </a:lnTo>
                <a:lnTo>
                  <a:pt x="14537" y="3314"/>
                </a:lnTo>
                <a:lnTo>
                  <a:pt x="14497" y="3375"/>
                </a:lnTo>
                <a:lnTo>
                  <a:pt x="14534" y="3441"/>
                </a:lnTo>
                <a:lnTo>
                  <a:pt x="14515" y="3471"/>
                </a:lnTo>
                <a:lnTo>
                  <a:pt x="14505" y="3553"/>
                </a:lnTo>
                <a:lnTo>
                  <a:pt x="14453" y="3634"/>
                </a:lnTo>
                <a:lnTo>
                  <a:pt x="14470" y="3685"/>
                </a:lnTo>
                <a:lnTo>
                  <a:pt x="14438" y="3744"/>
                </a:lnTo>
                <a:lnTo>
                  <a:pt x="14396" y="3730"/>
                </a:lnTo>
                <a:lnTo>
                  <a:pt x="14380" y="3801"/>
                </a:lnTo>
                <a:lnTo>
                  <a:pt x="14412" y="3831"/>
                </a:lnTo>
                <a:lnTo>
                  <a:pt x="14328" y="3838"/>
                </a:lnTo>
                <a:lnTo>
                  <a:pt x="14283" y="3890"/>
                </a:lnTo>
                <a:lnTo>
                  <a:pt x="14364" y="3988"/>
                </a:lnTo>
                <a:lnTo>
                  <a:pt x="14343" y="4023"/>
                </a:lnTo>
                <a:lnTo>
                  <a:pt x="14401" y="4136"/>
                </a:lnTo>
                <a:lnTo>
                  <a:pt x="14409" y="4186"/>
                </a:lnTo>
                <a:lnTo>
                  <a:pt x="14476" y="4265"/>
                </a:lnTo>
                <a:lnTo>
                  <a:pt x="14557" y="4313"/>
                </a:lnTo>
                <a:lnTo>
                  <a:pt x="14614" y="4405"/>
                </a:lnTo>
                <a:lnTo>
                  <a:pt x="14589" y="4491"/>
                </a:lnTo>
                <a:lnTo>
                  <a:pt x="14665" y="4560"/>
                </a:lnTo>
                <a:lnTo>
                  <a:pt x="14746" y="4521"/>
                </a:lnTo>
                <a:lnTo>
                  <a:pt x="14835" y="4510"/>
                </a:lnTo>
                <a:lnTo>
                  <a:pt x="14931" y="4515"/>
                </a:lnTo>
                <a:lnTo>
                  <a:pt x="15017" y="4483"/>
                </a:lnTo>
                <a:lnTo>
                  <a:pt x="15133" y="4489"/>
                </a:lnTo>
                <a:lnTo>
                  <a:pt x="15104" y="4604"/>
                </a:lnTo>
                <a:lnTo>
                  <a:pt x="15023" y="4555"/>
                </a:lnTo>
                <a:lnTo>
                  <a:pt x="15008" y="4597"/>
                </a:lnTo>
                <a:lnTo>
                  <a:pt x="15044" y="4755"/>
                </a:lnTo>
                <a:lnTo>
                  <a:pt x="15081" y="4865"/>
                </a:lnTo>
                <a:lnTo>
                  <a:pt x="15205" y="4851"/>
                </a:lnTo>
                <a:lnTo>
                  <a:pt x="15281" y="4866"/>
                </a:lnTo>
                <a:lnTo>
                  <a:pt x="15352" y="4806"/>
                </a:lnTo>
                <a:lnTo>
                  <a:pt x="15362" y="4718"/>
                </a:lnTo>
                <a:lnTo>
                  <a:pt x="15412" y="4693"/>
                </a:lnTo>
                <a:lnTo>
                  <a:pt x="15380" y="4658"/>
                </a:lnTo>
                <a:lnTo>
                  <a:pt x="15362" y="4580"/>
                </a:lnTo>
                <a:lnTo>
                  <a:pt x="15370" y="4545"/>
                </a:lnTo>
                <a:lnTo>
                  <a:pt x="15422" y="4617"/>
                </a:lnTo>
                <a:lnTo>
                  <a:pt x="15461" y="4600"/>
                </a:lnTo>
                <a:lnTo>
                  <a:pt x="15540" y="4627"/>
                </a:lnTo>
                <a:lnTo>
                  <a:pt x="15579" y="4696"/>
                </a:lnTo>
                <a:lnTo>
                  <a:pt x="15552" y="4732"/>
                </a:lnTo>
                <a:lnTo>
                  <a:pt x="15616" y="4819"/>
                </a:lnTo>
                <a:lnTo>
                  <a:pt x="15577" y="4846"/>
                </a:lnTo>
                <a:lnTo>
                  <a:pt x="15572" y="4900"/>
                </a:lnTo>
                <a:lnTo>
                  <a:pt x="15648" y="4967"/>
                </a:lnTo>
                <a:lnTo>
                  <a:pt x="15719" y="5068"/>
                </a:lnTo>
                <a:lnTo>
                  <a:pt x="15801" y="5146"/>
                </a:lnTo>
                <a:lnTo>
                  <a:pt x="15887" y="5139"/>
                </a:lnTo>
                <a:lnTo>
                  <a:pt x="15976" y="5193"/>
                </a:lnTo>
                <a:lnTo>
                  <a:pt x="16032" y="5173"/>
                </a:lnTo>
                <a:lnTo>
                  <a:pt x="16124" y="5163"/>
                </a:lnTo>
                <a:lnTo>
                  <a:pt x="16123" y="5060"/>
                </a:lnTo>
                <a:lnTo>
                  <a:pt x="16192" y="5050"/>
                </a:lnTo>
                <a:lnTo>
                  <a:pt x="16245" y="5095"/>
                </a:lnTo>
                <a:lnTo>
                  <a:pt x="16341" y="5144"/>
                </a:lnTo>
                <a:lnTo>
                  <a:pt x="16353" y="5104"/>
                </a:lnTo>
                <a:lnTo>
                  <a:pt x="16309" y="4999"/>
                </a:lnTo>
                <a:lnTo>
                  <a:pt x="16394" y="5018"/>
                </a:lnTo>
                <a:lnTo>
                  <a:pt x="16341" y="4969"/>
                </a:lnTo>
                <a:lnTo>
                  <a:pt x="16432" y="4969"/>
                </a:lnTo>
                <a:lnTo>
                  <a:pt x="16383" y="4900"/>
                </a:lnTo>
                <a:lnTo>
                  <a:pt x="16415" y="4893"/>
                </a:lnTo>
                <a:lnTo>
                  <a:pt x="16382" y="4789"/>
                </a:lnTo>
                <a:lnTo>
                  <a:pt x="16469" y="4873"/>
                </a:lnTo>
                <a:lnTo>
                  <a:pt x="16587" y="4949"/>
                </a:lnTo>
                <a:lnTo>
                  <a:pt x="16631" y="5033"/>
                </a:lnTo>
                <a:lnTo>
                  <a:pt x="16660" y="5067"/>
                </a:lnTo>
                <a:lnTo>
                  <a:pt x="16729" y="5222"/>
                </a:lnTo>
                <a:lnTo>
                  <a:pt x="16782" y="5296"/>
                </a:lnTo>
                <a:lnTo>
                  <a:pt x="16774" y="5397"/>
                </a:lnTo>
                <a:lnTo>
                  <a:pt x="16833" y="5530"/>
                </a:lnTo>
                <a:lnTo>
                  <a:pt x="16855" y="5632"/>
                </a:lnTo>
                <a:lnTo>
                  <a:pt x="16895" y="5762"/>
                </a:lnTo>
                <a:lnTo>
                  <a:pt x="16924" y="5769"/>
                </a:lnTo>
                <a:lnTo>
                  <a:pt x="16927" y="5610"/>
                </a:lnTo>
                <a:lnTo>
                  <a:pt x="16897" y="5514"/>
                </a:lnTo>
                <a:lnTo>
                  <a:pt x="16868" y="5405"/>
                </a:lnTo>
                <a:lnTo>
                  <a:pt x="16843" y="5309"/>
                </a:lnTo>
                <a:lnTo>
                  <a:pt x="16868" y="5265"/>
                </a:lnTo>
                <a:lnTo>
                  <a:pt x="16821" y="5141"/>
                </a:lnTo>
                <a:lnTo>
                  <a:pt x="16754" y="5075"/>
                </a:lnTo>
                <a:lnTo>
                  <a:pt x="16695" y="4917"/>
                </a:lnTo>
                <a:lnTo>
                  <a:pt x="16628" y="4861"/>
                </a:lnTo>
                <a:lnTo>
                  <a:pt x="16589" y="4765"/>
                </a:lnTo>
                <a:lnTo>
                  <a:pt x="16532" y="4656"/>
                </a:lnTo>
                <a:lnTo>
                  <a:pt x="16424" y="4535"/>
                </a:lnTo>
                <a:lnTo>
                  <a:pt x="16341" y="4548"/>
                </a:lnTo>
                <a:lnTo>
                  <a:pt x="16234" y="4400"/>
                </a:lnTo>
                <a:lnTo>
                  <a:pt x="16128" y="4308"/>
                </a:lnTo>
                <a:lnTo>
                  <a:pt x="16038" y="4188"/>
                </a:lnTo>
                <a:lnTo>
                  <a:pt x="16079" y="4186"/>
                </a:lnTo>
                <a:lnTo>
                  <a:pt x="16129" y="4277"/>
                </a:lnTo>
                <a:lnTo>
                  <a:pt x="16288" y="4375"/>
                </a:lnTo>
                <a:lnTo>
                  <a:pt x="16383" y="4407"/>
                </a:lnTo>
                <a:lnTo>
                  <a:pt x="16351" y="4316"/>
                </a:lnTo>
                <a:lnTo>
                  <a:pt x="16296" y="4233"/>
                </a:lnTo>
                <a:lnTo>
                  <a:pt x="16261" y="4143"/>
                </a:lnTo>
                <a:lnTo>
                  <a:pt x="16249" y="4102"/>
                </a:lnTo>
                <a:lnTo>
                  <a:pt x="16136" y="4072"/>
                </a:lnTo>
                <a:lnTo>
                  <a:pt x="16097" y="3988"/>
                </a:lnTo>
                <a:lnTo>
                  <a:pt x="16161" y="3936"/>
                </a:lnTo>
                <a:lnTo>
                  <a:pt x="16219" y="3831"/>
                </a:lnTo>
                <a:lnTo>
                  <a:pt x="16190" y="3735"/>
                </a:lnTo>
                <a:lnTo>
                  <a:pt x="16224" y="3638"/>
                </a:lnTo>
                <a:lnTo>
                  <a:pt x="16239" y="3582"/>
                </a:lnTo>
                <a:lnTo>
                  <a:pt x="16363" y="3491"/>
                </a:lnTo>
                <a:lnTo>
                  <a:pt x="16383" y="3425"/>
                </a:lnTo>
                <a:lnTo>
                  <a:pt x="16348" y="3318"/>
                </a:lnTo>
                <a:lnTo>
                  <a:pt x="16333" y="3255"/>
                </a:lnTo>
                <a:lnTo>
                  <a:pt x="16461" y="3255"/>
                </a:lnTo>
                <a:lnTo>
                  <a:pt x="16543" y="3198"/>
                </a:lnTo>
                <a:lnTo>
                  <a:pt x="16665" y="3213"/>
                </a:lnTo>
                <a:lnTo>
                  <a:pt x="16681" y="3163"/>
                </a:lnTo>
                <a:lnTo>
                  <a:pt x="16717" y="3139"/>
                </a:lnTo>
                <a:lnTo>
                  <a:pt x="16789" y="3160"/>
                </a:lnTo>
                <a:lnTo>
                  <a:pt x="16846" y="3101"/>
                </a:lnTo>
                <a:lnTo>
                  <a:pt x="16954" y="3121"/>
                </a:lnTo>
                <a:lnTo>
                  <a:pt x="16959" y="3042"/>
                </a:lnTo>
                <a:lnTo>
                  <a:pt x="17048" y="3079"/>
                </a:lnTo>
                <a:lnTo>
                  <a:pt x="17144" y="3075"/>
                </a:lnTo>
                <a:lnTo>
                  <a:pt x="17112" y="2952"/>
                </a:lnTo>
                <a:lnTo>
                  <a:pt x="17134" y="2915"/>
                </a:lnTo>
                <a:lnTo>
                  <a:pt x="17156" y="2806"/>
                </a:lnTo>
                <a:lnTo>
                  <a:pt x="17148" y="2796"/>
                </a:lnTo>
                <a:lnTo>
                  <a:pt x="17232" y="2804"/>
                </a:lnTo>
                <a:lnTo>
                  <a:pt x="17323" y="2826"/>
                </a:lnTo>
                <a:lnTo>
                  <a:pt x="17370" y="2858"/>
                </a:lnTo>
                <a:lnTo>
                  <a:pt x="17284" y="2858"/>
                </a:lnTo>
                <a:lnTo>
                  <a:pt x="17323" y="2959"/>
                </a:lnTo>
                <a:lnTo>
                  <a:pt x="17353" y="2978"/>
                </a:lnTo>
                <a:lnTo>
                  <a:pt x="17395" y="2976"/>
                </a:lnTo>
                <a:lnTo>
                  <a:pt x="17484" y="2991"/>
                </a:lnTo>
                <a:lnTo>
                  <a:pt x="17638" y="3042"/>
                </a:lnTo>
                <a:lnTo>
                  <a:pt x="17866" y="3160"/>
                </a:lnTo>
                <a:lnTo>
                  <a:pt x="17999" y="3249"/>
                </a:lnTo>
                <a:lnTo>
                  <a:pt x="18067" y="3266"/>
                </a:lnTo>
                <a:lnTo>
                  <a:pt x="18161" y="3314"/>
                </a:lnTo>
                <a:lnTo>
                  <a:pt x="18265" y="3387"/>
                </a:lnTo>
                <a:lnTo>
                  <a:pt x="18291" y="3373"/>
                </a:lnTo>
                <a:lnTo>
                  <a:pt x="18370" y="3414"/>
                </a:lnTo>
                <a:lnTo>
                  <a:pt x="18405" y="3397"/>
                </a:lnTo>
                <a:lnTo>
                  <a:pt x="18410" y="3378"/>
                </a:lnTo>
                <a:lnTo>
                  <a:pt x="18435" y="3397"/>
                </a:lnTo>
                <a:lnTo>
                  <a:pt x="18515" y="3415"/>
                </a:lnTo>
                <a:lnTo>
                  <a:pt x="18540" y="3394"/>
                </a:lnTo>
                <a:lnTo>
                  <a:pt x="18582" y="3420"/>
                </a:lnTo>
                <a:lnTo>
                  <a:pt x="18577" y="3409"/>
                </a:lnTo>
                <a:lnTo>
                  <a:pt x="18560" y="3387"/>
                </a:lnTo>
                <a:cubicBezTo>
                  <a:pt x="20405" y="5317"/>
                  <a:pt x="21546" y="7925"/>
                  <a:pt x="21546" y="10800"/>
                </a:cubicBezTo>
                <a:cubicBezTo>
                  <a:pt x="21546" y="13961"/>
                  <a:pt x="20168" y="16799"/>
                  <a:pt x="17988" y="18765"/>
                </a:cubicBezTo>
                <a:lnTo>
                  <a:pt x="17991" y="18759"/>
                </a:lnTo>
                <a:lnTo>
                  <a:pt x="17934" y="18791"/>
                </a:lnTo>
                <a:lnTo>
                  <a:pt x="17967" y="18740"/>
                </a:lnTo>
                <a:lnTo>
                  <a:pt x="18015" y="18686"/>
                </a:lnTo>
                <a:lnTo>
                  <a:pt x="18097" y="18612"/>
                </a:lnTo>
                <a:lnTo>
                  <a:pt x="18126" y="18573"/>
                </a:lnTo>
                <a:lnTo>
                  <a:pt x="18020" y="18649"/>
                </a:lnTo>
                <a:lnTo>
                  <a:pt x="17937" y="18710"/>
                </a:lnTo>
                <a:lnTo>
                  <a:pt x="17880" y="18775"/>
                </a:lnTo>
                <a:lnTo>
                  <a:pt x="17829" y="18816"/>
                </a:lnTo>
                <a:lnTo>
                  <a:pt x="17792" y="18833"/>
                </a:lnTo>
                <a:lnTo>
                  <a:pt x="17762" y="18855"/>
                </a:lnTo>
                <a:lnTo>
                  <a:pt x="17678" y="18917"/>
                </a:lnTo>
                <a:lnTo>
                  <a:pt x="17569" y="18993"/>
                </a:lnTo>
                <a:lnTo>
                  <a:pt x="17468" y="19077"/>
                </a:lnTo>
                <a:lnTo>
                  <a:pt x="17479" y="19078"/>
                </a:lnTo>
                <a:lnTo>
                  <a:pt x="17461" y="19105"/>
                </a:lnTo>
                <a:lnTo>
                  <a:pt x="17590" y="19016"/>
                </a:lnTo>
                <a:lnTo>
                  <a:pt x="17617" y="19014"/>
                </a:lnTo>
                <a:lnTo>
                  <a:pt x="17565" y="19083"/>
                </a:lnTo>
                <a:lnTo>
                  <a:pt x="17604" y="19062"/>
                </a:lnTo>
                <a:lnTo>
                  <a:pt x="17698" y="18981"/>
                </a:lnTo>
                <a:lnTo>
                  <a:pt x="17786" y="18924"/>
                </a:lnTo>
                <a:lnTo>
                  <a:pt x="17843" y="18890"/>
                </a:lnTo>
                <a:lnTo>
                  <a:pt x="17853" y="18888"/>
                </a:lnTo>
                <a:cubicBezTo>
                  <a:pt x="17061" y="19579"/>
                  <a:pt x="16168" y="20158"/>
                  <a:pt x="15198" y="20595"/>
                </a:cubicBezTo>
                <a:lnTo>
                  <a:pt x="15274" y="20551"/>
                </a:lnTo>
                <a:lnTo>
                  <a:pt x="15352" y="20509"/>
                </a:lnTo>
                <a:lnTo>
                  <a:pt x="15439" y="20455"/>
                </a:lnTo>
                <a:lnTo>
                  <a:pt x="15510" y="20413"/>
                </a:lnTo>
                <a:lnTo>
                  <a:pt x="15601" y="20354"/>
                </a:lnTo>
                <a:lnTo>
                  <a:pt x="15727" y="20285"/>
                </a:lnTo>
                <a:lnTo>
                  <a:pt x="15835" y="20211"/>
                </a:lnTo>
                <a:lnTo>
                  <a:pt x="15899" y="20159"/>
                </a:lnTo>
                <a:lnTo>
                  <a:pt x="15926" y="20127"/>
                </a:lnTo>
                <a:lnTo>
                  <a:pt x="16008" y="20058"/>
                </a:lnTo>
                <a:lnTo>
                  <a:pt x="16055" y="20018"/>
                </a:lnTo>
                <a:lnTo>
                  <a:pt x="16107" y="19959"/>
                </a:lnTo>
                <a:lnTo>
                  <a:pt x="16082" y="19934"/>
                </a:lnTo>
                <a:lnTo>
                  <a:pt x="16119" y="19886"/>
                </a:lnTo>
                <a:lnTo>
                  <a:pt x="16143" y="19849"/>
                </a:lnTo>
                <a:lnTo>
                  <a:pt x="16138" y="19811"/>
                </a:lnTo>
                <a:lnTo>
                  <a:pt x="16059" y="19802"/>
                </a:lnTo>
                <a:lnTo>
                  <a:pt x="16006" y="19802"/>
                </a:lnTo>
                <a:lnTo>
                  <a:pt x="15927" y="19801"/>
                </a:lnTo>
                <a:lnTo>
                  <a:pt x="15941" y="19730"/>
                </a:lnTo>
                <a:lnTo>
                  <a:pt x="15899" y="19757"/>
                </a:lnTo>
                <a:lnTo>
                  <a:pt x="15853" y="19748"/>
                </a:lnTo>
                <a:lnTo>
                  <a:pt x="15786" y="19790"/>
                </a:lnTo>
                <a:lnTo>
                  <a:pt x="15762" y="19726"/>
                </a:lnTo>
                <a:lnTo>
                  <a:pt x="15695" y="19710"/>
                </a:lnTo>
                <a:lnTo>
                  <a:pt x="15724" y="19683"/>
                </a:lnTo>
                <a:lnTo>
                  <a:pt x="15633" y="19686"/>
                </a:lnTo>
                <a:lnTo>
                  <a:pt x="15537" y="19686"/>
                </a:lnTo>
                <a:lnTo>
                  <a:pt x="15380" y="19703"/>
                </a:lnTo>
                <a:lnTo>
                  <a:pt x="15345" y="19663"/>
                </a:lnTo>
                <a:lnTo>
                  <a:pt x="15374" y="19610"/>
                </a:lnTo>
                <a:lnTo>
                  <a:pt x="15352" y="19548"/>
                </a:lnTo>
                <a:lnTo>
                  <a:pt x="15313" y="19551"/>
                </a:lnTo>
                <a:lnTo>
                  <a:pt x="15299" y="19513"/>
                </a:lnTo>
                <a:lnTo>
                  <a:pt x="15284" y="19444"/>
                </a:lnTo>
                <a:lnTo>
                  <a:pt x="15310" y="19395"/>
                </a:lnTo>
                <a:lnTo>
                  <a:pt x="15239" y="19383"/>
                </a:lnTo>
                <a:lnTo>
                  <a:pt x="15193" y="19360"/>
                </a:lnTo>
                <a:lnTo>
                  <a:pt x="15079" y="19430"/>
                </a:lnTo>
                <a:lnTo>
                  <a:pt x="15033" y="19371"/>
                </a:lnTo>
                <a:lnTo>
                  <a:pt x="15045" y="19334"/>
                </a:lnTo>
                <a:lnTo>
                  <a:pt x="15042" y="19280"/>
                </a:lnTo>
                <a:lnTo>
                  <a:pt x="14990" y="19247"/>
                </a:lnTo>
                <a:lnTo>
                  <a:pt x="14990" y="19206"/>
                </a:lnTo>
                <a:lnTo>
                  <a:pt x="14949" y="19206"/>
                </a:lnTo>
                <a:lnTo>
                  <a:pt x="14946" y="19144"/>
                </a:lnTo>
                <a:lnTo>
                  <a:pt x="14904" y="19105"/>
                </a:lnTo>
                <a:lnTo>
                  <a:pt x="14837" y="19164"/>
                </a:lnTo>
                <a:lnTo>
                  <a:pt x="14828" y="19195"/>
                </a:lnTo>
                <a:lnTo>
                  <a:pt x="14788" y="19262"/>
                </a:lnTo>
                <a:lnTo>
                  <a:pt x="14739" y="19329"/>
                </a:lnTo>
                <a:lnTo>
                  <a:pt x="14761" y="19354"/>
                </a:lnTo>
                <a:lnTo>
                  <a:pt x="14724" y="19385"/>
                </a:lnTo>
                <a:lnTo>
                  <a:pt x="14690" y="19467"/>
                </a:lnTo>
                <a:lnTo>
                  <a:pt x="14700" y="19518"/>
                </a:lnTo>
                <a:lnTo>
                  <a:pt x="14683" y="19550"/>
                </a:lnTo>
                <a:lnTo>
                  <a:pt x="14699" y="19588"/>
                </a:lnTo>
                <a:lnTo>
                  <a:pt x="14633" y="19679"/>
                </a:lnTo>
                <a:lnTo>
                  <a:pt x="14601" y="19735"/>
                </a:lnTo>
                <a:lnTo>
                  <a:pt x="14559" y="19785"/>
                </a:lnTo>
                <a:lnTo>
                  <a:pt x="14515" y="19843"/>
                </a:lnTo>
                <a:lnTo>
                  <a:pt x="14397" y="19902"/>
                </a:lnTo>
                <a:lnTo>
                  <a:pt x="14244" y="19913"/>
                </a:lnTo>
                <a:lnTo>
                  <a:pt x="14224" y="19891"/>
                </a:lnTo>
                <a:lnTo>
                  <a:pt x="14138" y="19890"/>
                </a:lnTo>
                <a:lnTo>
                  <a:pt x="14091" y="19902"/>
                </a:lnTo>
                <a:lnTo>
                  <a:pt x="13976" y="19876"/>
                </a:lnTo>
                <a:lnTo>
                  <a:pt x="13892" y="19865"/>
                </a:lnTo>
                <a:lnTo>
                  <a:pt x="13764" y="19863"/>
                </a:lnTo>
                <a:lnTo>
                  <a:pt x="13633" y="19838"/>
                </a:lnTo>
                <a:lnTo>
                  <a:pt x="13625" y="19814"/>
                </a:lnTo>
                <a:lnTo>
                  <a:pt x="13692" y="19755"/>
                </a:lnTo>
                <a:lnTo>
                  <a:pt x="13749" y="19696"/>
                </a:lnTo>
                <a:lnTo>
                  <a:pt x="13734" y="19661"/>
                </a:lnTo>
                <a:lnTo>
                  <a:pt x="13795" y="19644"/>
                </a:lnTo>
                <a:lnTo>
                  <a:pt x="13867" y="19590"/>
                </a:lnTo>
                <a:lnTo>
                  <a:pt x="13919" y="19526"/>
                </a:lnTo>
                <a:lnTo>
                  <a:pt x="13845" y="19493"/>
                </a:lnTo>
                <a:lnTo>
                  <a:pt x="13801" y="19521"/>
                </a:lnTo>
                <a:lnTo>
                  <a:pt x="13736" y="19525"/>
                </a:lnTo>
                <a:lnTo>
                  <a:pt x="13630" y="19575"/>
                </a:lnTo>
                <a:lnTo>
                  <a:pt x="13522" y="19565"/>
                </a:lnTo>
                <a:lnTo>
                  <a:pt x="13471" y="19583"/>
                </a:lnTo>
                <a:lnTo>
                  <a:pt x="13323" y="19585"/>
                </a:lnTo>
                <a:lnTo>
                  <a:pt x="13231" y="19558"/>
                </a:lnTo>
                <a:lnTo>
                  <a:pt x="13115" y="19551"/>
                </a:lnTo>
                <a:lnTo>
                  <a:pt x="13017" y="19580"/>
                </a:lnTo>
                <a:lnTo>
                  <a:pt x="13147" y="19595"/>
                </a:lnTo>
                <a:lnTo>
                  <a:pt x="13145" y="19646"/>
                </a:lnTo>
                <a:lnTo>
                  <a:pt x="12993" y="19688"/>
                </a:lnTo>
                <a:lnTo>
                  <a:pt x="12902" y="19689"/>
                </a:lnTo>
                <a:lnTo>
                  <a:pt x="12790" y="19740"/>
                </a:lnTo>
                <a:lnTo>
                  <a:pt x="12707" y="19807"/>
                </a:lnTo>
                <a:lnTo>
                  <a:pt x="12734" y="19829"/>
                </a:lnTo>
                <a:lnTo>
                  <a:pt x="12650" y="19865"/>
                </a:lnTo>
                <a:lnTo>
                  <a:pt x="12559" y="19952"/>
                </a:lnTo>
                <a:lnTo>
                  <a:pt x="12593" y="19999"/>
                </a:lnTo>
                <a:lnTo>
                  <a:pt x="12478" y="20004"/>
                </a:lnTo>
                <a:lnTo>
                  <a:pt x="12367" y="20016"/>
                </a:lnTo>
                <a:lnTo>
                  <a:pt x="12271" y="19969"/>
                </a:lnTo>
                <a:lnTo>
                  <a:pt x="12140" y="19937"/>
                </a:lnTo>
                <a:lnTo>
                  <a:pt x="12051" y="19959"/>
                </a:lnTo>
                <a:lnTo>
                  <a:pt x="11972" y="19977"/>
                </a:lnTo>
                <a:lnTo>
                  <a:pt x="11967" y="20003"/>
                </a:lnTo>
                <a:lnTo>
                  <a:pt x="11887" y="19998"/>
                </a:lnTo>
                <a:lnTo>
                  <a:pt x="11884" y="20024"/>
                </a:lnTo>
                <a:lnTo>
                  <a:pt x="11791" y="20046"/>
                </a:lnTo>
                <a:lnTo>
                  <a:pt x="11746" y="20087"/>
                </a:lnTo>
                <a:lnTo>
                  <a:pt x="11645" y="20137"/>
                </a:lnTo>
                <a:lnTo>
                  <a:pt x="11621" y="20208"/>
                </a:lnTo>
                <a:lnTo>
                  <a:pt x="11542" y="20191"/>
                </a:lnTo>
                <a:lnTo>
                  <a:pt x="11483" y="20238"/>
                </a:lnTo>
                <a:lnTo>
                  <a:pt x="11546" y="20277"/>
                </a:lnTo>
                <a:lnTo>
                  <a:pt x="11470" y="20297"/>
                </a:lnTo>
                <a:lnTo>
                  <a:pt x="11396" y="20225"/>
                </a:lnTo>
                <a:lnTo>
                  <a:pt x="11268" y="20304"/>
                </a:lnTo>
                <a:lnTo>
                  <a:pt x="11263" y="20351"/>
                </a:lnTo>
                <a:lnTo>
                  <a:pt x="11254" y="20385"/>
                </a:lnTo>
                <a:lnTo>
                  <a:pt x="11148" y="20430"/>
                </a:lnTo>
                <a:lnTo>
                  <a:pt x="11101" y="20474"/>
                </a:lnTo>
                <a:lnTo>
                  <a:pt x="11005" y="20511"/>
                </a:lnTo>
                <a:lnTo>
                  <a:pt x="10819" y="20534"/>
                </a:lnTo>
                <a:lnTo>
                  <a:pt x="10721" y="20533"/>
                </a:lnTo>
                <a:lnTo>
                  <a:pt x="10675" y="20540"/>
                </a:lnTo>
                <a:lnTo>
                  <a:pt x="10649" y="20556"/>
                </a:lnTo>
                <a:lnTo>
                  <a:pt x="10542" y="20563"/>
                </a:lnTo>
                <a:lnTo>
                  <a:pt x="10404" y="20588"/>
                </a:lnTo>
                <a:lnTo>
                  <a:pt x="10356" y="20577"/>
                </a:lnTo>
                <a:lnTo>
                  <a:pt x="10276" y="20580"/>
                </a:lnTo>
                <a:lnTo>
                  <a:pt x="10144" y="20602"/>
                </a:lnTo>
                <a:lnTo>
                  <a:pt x="10061" y="20630"/>
                </a:lnTo>
                <a:lnTo>
                  <a:pt x="9921" y="20646"/>
                </a:lnTo>
                <a:lnTo>
                  <a:pt x="9852" y="20691"/>
                </a:lnTo>
                <a:lnTo>
                  <a:pt x="9834" y="20634"/>
                </a:lnTo>
                <a:lnTo>
                  <a:pt x="9768" y="20681"/>
                </a:lnTo>
                <a:lnTo>
                  <a:pt x="9792" y="20725"/>
                </a:lnTo>
                <a:lnTo>
                  <a:pt x="9772" y="20757"/>
                </a:lnTo>
                <a:lnTo>
                  <a:pt x="9740" y="20772"/>
                </a:lnTo>
                <a:lnTo>
                  <a:pt x="9726" y="20809"/>
                </a:lnTo>
                <a:lnTo>
                  <a:pt x="9766" y="20831"/>
                </a:lnTo>
                <a:lnTo>
                  <a:pt x="9787" y="20853"/>
                </a:lnTo>
                <a:lnTo>
                  <a:pt x="9876" y="20908"/>
                </a:lnTo>
                <a:lnTo>
                  <a:pt x="9884" y="20940"/>
                </a:lnTo>
                <a:lnTo>
                  <a:pt x="9830" y="20913"/>
                </a:lnTo>
                <a:lnTo>
                  <a:pt x="9745" y="20888"/>
                </a:lnTo>
                <a:lnTo>
                  <a:pt x="9810" y="20950"/>
                </a:lnTo>
                <a:lnTo>
                  <a:pt x="9733" y="20918"/>
                </a:lnTo>
                <a:lnTo>
                  <a:pt x="9760" y="20945"/>
                </a:lnTo>
                <a:lnTo>
                  <a:pt x="9862" y="20999"/>
                </a:lnTo>
                <a:lnTo>
                  <a:pt x="9889" y="21045"/>
                </a:lnTo>
                <a:lnTo>
                  <a:pt x="9965" y="21071"/>
                </a:lnTo>
                <a:lnTo>
                  <a:pt x="9972" y="21087"/>
                </a:lnTo>
                <a:lnTo>
                  <a:pt x="10043" y="21124"/>
                </a:lnTo>
                <a:lnTo>
                  <a:pt x="10041" y="21152"/>
                </a:lnTo>
                <a:lnTo>
                  <a:pt x="10071" y="21181"/>
                </a:lnTo>
                <a:lnTo>
                  <a:pt x="10164" y="21231"/>
                </a:lnTo>
                <a:lnTo>
                  <a:pt x="10186" y="21257"/>
                </a:lnTo>
                <a:lnTo>
                  <a:pt x="10172" y="21285"/>
                </a:lnTo>
                <a:lnTo>
                  <a:pt x="10181" y="21299"/>
                </a:lnTo>
                <a:lnTo>
                  <a:pt x="10155" y="21305"/>
                </a:lnTo>
                <a:lnTo>
                  <a:pt x="10080" y="21307"/>
                </a:lnTo>
                <a:lnTo>
                  <a:pt x="10081" y="21327"/>
                </a:lnTo>
                <a:lnTo>
                  <a:pt x="10165" y="21339"/>
                </a:lnTo>
                <a:lnTo>
                  <a:pt x="10334" y="21368"/>
                </a:lnTo>
                <a:lnTo>
                  <a:pt x="10438" y="21373"/>
                </a:lnTo>
                <a:lnTo>
                  <a:pt x="10549" y="21376"/>
                </a:lnTo>
                <a:lnTo>
                  <a:pt x="10623" y="21368"/>
                </a:lnTo>
                <a:lnTo>
                  <a:pt x="10699" y="21359"/>
                </a:lnTo>
                <a:lnTo>
                  <a:pt x="10744" y="21361"/>
                </a:lnTo>
                <a:lnTo>
                  <a:pt x="10837" y="21342"/>
                </a:lnTo>
                <a:lnTo>
                  <a:pt x="10945" y="21341"/>
                </a:lnTo>
                <a:lnTo>
                  <a:pt x="11056" y="21336"/>
                </a:lnTo>
                <a:lnTo>
                  <a:pt x="11194" y="21339"/>
                </a:lnTo>
                <a:lnTo>
                  <a:pt x="11292" y="21334"/>
                </a:lnTo>
                <a:lnTo>
                  <a:pt x="11425" y="21327"/>
                </a:lnTo>
                <a:lnTo>
                  <a:pt x="11485" y="21309"/>
                </a:lnTo>
                <a:lnTo>
                  <a:pt x="11519" y="21287"/>
                </a:lnTo>
                <a:lnTo>
                  <a:pt x="11657" y="21270"/>
                </a:lnTo>
                <a:lnTo>
                  <a:pt x="11830" y="21238"/>
                </a:lnTo>
                <a:lnTo>
                  <a:pt x="11980" y="21228"/>
                </a:lnTo>
                <a:lnTo>
                  <a:pt x="12163" y="21198"/>
                </a:lnTo>
                <a:lnTo>
                  <a:pt x="12374" y="21159"/>
                </a:lnTo>
                <a:lnTo>
                  <a:pt x="12658" y="21119"/>
                </a:lnTo>
                <a:lnTo>
                  <a:pt x="12798" y="21117"/>
                </a:lnTo>
                <a:lnTo>
                  <a:pt x="12907" y="21102"/>
                </a:lnTo>
                <a:lnTo>
                  <a:pt x="13091" y="21093"/>
                </a:lnTo>
                <a:lnTo>
                  <a:pt x="13057" y="21108"/>
                </a:lnTo>
                <a:lnTo>
                  <a:pt x="13128" y="21108"/>
                </a:lnTo>
                <a:lnTo>
                  <a:pt x="13204" y="21120"/>
                </a:lnTo>
                <a:lnTo>
                  <a:pt x="13184" y="21140"/>
                </a:lnTo>
                <a:lnTo>
                  <a:pt x="13288" y="21132"/>
                </a:lnTo>
                <a:lnTo>
                  <a:pt x="13369" y="21092"/>
                </a:lnTo>
                <a:lnTo>
                  <a:pt x="13473" y="21058"/>
                </a:lnTo>
                <a:lnTo>
                  <a:pt x="13621" y="20996"/>
                </a:lnTo>
                <a:lnTo>
                  <a:pt x="13609" y="21024"/>
                </a:lnTo>
                <a:lnTo>
                  <a:pt x="13537" y="21056"/>
                </a:lnTo>
                <a:lnTo>
                  <a:pt x="13495" y="21083"/>
                </a:lnTo>
                <a:lnTo>
                  <a:pt x="13401" y="21120"/>
                </a:lnTo>
                <a:lnTo>
                  <a:pt x="13537" y="21085"/>
                </a:lnTo>
                <a:lnTo>
                  <a:pt x="13631" y="21043"/>
                </a:lnTo>
                <a:lnTo>
                  <a:pt x="13643" y="21061"/>
                </a:lnTo>
                <a:lnTo>
                  <a:pt x="13579" y="21090"/>
                </a:lnTo>
                <a:lnTo>
                  <a:pt x="13714" y="21061"/>
                </a:lnTo>
                <a:lnTo>
                  <a:pt x="13769" y="21058"/>
                </a:lnTo>
                <a:lnTo>
                  <a:pt x="13783" y="21065"/>
                </a:lnTo>
                <a:lnTo>
                  <a:pt x="13781" y="21082"/>
                </a:lnTo>
                <a:lnTo>
                  <a:pt x="13847" y="21076"/>
                </a:lnTo>
                <a:lnTo>
                  <a:pt x="13968" y="21048"/>
                </a:lnTo>
                <a:lnTo>
                  <a:pt x="14044" y="21028"/>
                </a:lnTo>
                <a:lnTo>
                  <a:pt x="14113" y="21009"/>
                </a:lnTo>
                <a:lnTo>
                  <a:pt x="14200" y="20987"/>
                </a:lnTo>
                <a:cubicBezTo>
                  <a:pt x="13130" y="21346"/>
                  <a:pt x="11989" y="21546"/>
                  <a:pt x="10800" y="21546"/>
                </a:cubicBezTo>
                <a:cubicBezTo>
                  <a:pt x="5772" y="21546"/>
                  <a:pt x="1550" y="18070"/>
                  <a:pt x="384" y="13397"/>
                </a:cubicBezTo>
                <a:lnTo>
                  <a:pt x="372" y="13237"/>
                </a:lnTo>
                <a:lnTo>
                  <a:pt x="345" y="13113"/>
                </a:lnTo>
                <a:lnTo>
                  <a:pt x="333" y="13061"/>
                </a:lnTo>
                <a:lnTo>
                  <a:pt x="325" y="13015"/>
                </a:lnTo>
                <a:lnTo>
                  <a:pt x="318" y="12973"/>
                </a:lnTo>
                <a:lnTo>
                  <a:pt x="311" y="12936"/>
                </a:lnTo>
                <a:lnTo>
                  <a:pt x="284" y="12805"/>
                </a:lnTo>
                <a:lnTo>
                  <a:pt x="273" y="12724"/>
                </a:lnTo>
                <a:lnTo>
                  <a:pt x="264" y="12625"/>
                </a:lnTo>
                <a:lnTo>
                  <a:pt x="273" y="12635"/>
                </a:lnTo>
                <a:lnTo>
                  <a:pt x="269" y="12574"/>
                </a:lnTo>
                <a:lnTo>
                  <a:pt x="276" y="12564"/>
                </a:lnTo>
                <a:lnTo>
                  <a:pt x="274" y="12490"/>
                </a:lnTo>
                <a:lnTo>
                  <a:pt x="286" y="12529"/>
                </a:lnTo>
                <a:lnTo>
                  <a:pt x="291" y="12507"/>
                </a:lnTo>
                <a:lnTo>
                  <a:pt x="315" y="12546"/>
                </a:lnTo>
                <a:lnTo>
                  <a:pt x="322" y="12544"/>
                </a:lnTo>
                <a:lnTo>
                  <a:pt x="328" y="12505"/>
                </a:lnTo>
                <a:lnTo>
                  <a:pt x="372" y="12487"/>
                </a:lnTo>
                <a:lnTo>
                  <a:pt x="416" y="12507"/>
                </a:lnTo>
                <a:lnTo>
                  <a:pt x="492" y="12567"/>
                </a:lnTo>
                <a:lnTo>
                  <a:pt x="550" y="12586"/>
                </a:lnTo>
                <a:lnTo>
                  <a:pt x="630" y="12552"/>
                </a:lnTo>
                <a:lnTo>
                  <a:pt x="697" y="12509"/>
                </a:lnTo>
                <a:lnTo>
                  <a:pt x="776" y="12418"/>
                </a:lnTo>
                <a:lnTo>
                  <a:pt x="845" y="12318"/>
                </a:lnTo>
                <a:lnTo>
                  <a:pt x="904" y="12226"/>
                </a:lnTo>
                <a:lnTo>
                  <a:pt x="954" y="12110"/>
                </a:lnTo>
                <a:lnTo>
                  <a:pt x="980" y="12086"/>
                </a:lnTo>
                <a:lnTo>
                  <a:pt x="998" y="12012"/>
                </a:lnTo>
                <a:lnTo>
                  <a:pt x="1023" y="11943"/>
                </a:lnTo>
                <a:lnTo>
                  <a:pt x="1032" y="11903"/>
                </a:lnTo>
                <a:lnTo>
                  <a:pt x="1007" y="11857"/>
                </a:lnTo>
                <a:lnTo>
                  <a:pt x="965" y="11847"/>
                </a:lnTo>
                <a:lnTo>
                  <a:pt x="927" y="11795"/>
                </a:lnTo>
                <a:lnTo>
                  <a:pt x="894" y="11759"/>
                </a:lnTo>
                <a:lnTo>
                  <a:pt x="874" y="11722"/>
                </a:lnTo>
                <a:lnTo>
                  <a:pt x="840" y="11657"/>
                </a:lnTo>
                <a:lnTo>
                  <a:pt x="813" y="11638"/>
                </a:lnTo>
                <a:lnTo>
                  <a:pt x="783" y="11586"/>
                </a:lnTo>
                <a:lnTo>
                  <a:pt x="724" y="11519"/>
                </a:lnTo>
                <a:lnTo>
                  <a:pt x="665" y="11398"/>
                </a:lnTo>
                <a:lnTo>
                  <a:pt x="611" y="11313"/>
                </a:lnTo>
                <a:lnTo>
                  <a:pt x="587" y="11251"/>
                </a:lnTo>
                <a:lnTo>
                  <a:pt x="582" y="11137"/>
                </a:lnTo>
                <a:lnTo>
                  <a:pt x="587" y="11056"/>
                </a:lnTo>
                <a:lnTo>
                  <a:pt x="581" y="10990"/>
                </a:lnTo>
                <a:lnTo>
                  <a:pt x="572" y="10899"/>
                </a:lnTo>
                <a:lnTo>
                  <a:pt x="606" y="10938"/>
                </a:lnTo>
                <a:lnTo>
                  <a:pt x="623" y="10886"/>
                </a:lnTo>
                <a:lnTo>
                  <a:pt x="625" y="10815"/>
                </a:lnTo>
                <a:lnTo>
                  <a:pt x="618" y="10711"/>
                </a:lnTo>
                <a:lnTo>
                  <a:pt x="619" y="10625"/>
                </a:lnTo>
                <a:lnTo>
                  <a:pt x="623" y="10480"/>
                </a:lnTo>
                <a:lnTo>
                  <a:pt x="630" y="10332"/>
                </a:lnTo>
                <a:lnTo>
                  <a:pt x="628" y="10034"/>
                </a:lnTo>
                <a:lnTo>
                  <a:pt x="636" y="9899"/>
                </a:lnTo>
                <a:lnTo>
                  <a:pt x="677" y="9745"/>
                </a:lnTo>
                <a:lnTo>
                  <a:pt x="724" y="9519"/>
                </a:lnTo>
                <a:lnTo>
                  <a:pt x="732" y="9401"/>
                </a:lnTo>
                <a:lnTo>
                  <a:pt x="737" y="9322"/>
                </a:lnTo>
                <a:lnTo>
                  <a:pt x="801" y="9120"/>
                </a:lnTo>
                <a:lnTo>
                  <a:pt x="865" y="8969"/>
                </a:lnTo>
                <a:lnTo>
                  <a:pt x="882" y="8972"/>
                </a:lnTo>
                <a:lnTo>
                  <a:pt x="941" y="8807"/>
                </a:lnTo>
                <a:lnTo>
                  <a:pt x="953" y="8758"/>
                </a:lnTo>
                <a:lnTo>
                  <a:pt x="995" y="8502"/>
                </a:lnTo>
                <a:lnTo>
                  <a:pt x="1042" y="8416"/>
                </a:lnTo>
                <a:lnTo>
                  <a:pt x="1059" y="8418"/>
                </a:lnTo>
                <a:lnTo>
                  <a:pt x="1129" y="8172"/>
                </a:lnTo>
                <a:lnTo>
                  <a:pt x="1172" y="8063"/>
                </a:lnTo>
                <a:lnTo>
                  <a:pt x="1210" y="7952"/>
                </a:lnTo>
                <a:lnTo>
                  <a:pt x="1333" y="7672"/>
                </a:lnTo>
                <a:lnTo>
                  <a:pt x="1417" y="7481"/>
                </a:lnTo>
                <a:lnTo>
                  <a:pt x="1510" y="7309"/>
                </a:lnTo>
                <a:lnTo>
                  <a:pt x="1520" y="7309"/>
                </a:lnTo>
                <a:lnTo>
                  <a:pt x="1395" y="7561"/>
                </a:lnTo>
                <a:lnTo>
                  <a:pt x="1360" y="7669"/>
                </a:lnTo>
                <a:lnTo>
                  <a:pt x="1335" y="7747"/>
                </a:lnTo>
                <a:lnTo>
                  <a:pt x="1353" y="7753"/>
                </a:lnTo>
                <a:lnTo>
                  <a:pt x="1402" y="7721"/>
                </a:lnTo>
                <a:lnTo>
                  <a:pt x="1473" y="7656"/>
                </a:lnTo>
                <a:lnTo>
                  <a:pt x="1513" y="7639"/>
                </a:lnTo>
                <a:lnTo>
                  <a:pt x="1500" y="7661"/>
                </a:lnTo>
                <a:lnTo>
                  <a:pt x="1463" y="7694"/>
                </a:lnTo>
                <a:lnTo>
                  <a:pt x="1431" y="7731"/>
                </a:lnTo>
                <a:lnTo>
                  <a:pt x="1380" y="7780"/>
                </a:lnTo>
                <a:lnTo>
                  <a:pt x="1387" y="7837"/>
                </a:lnTo>
                <a:lnTo>
                  <a:pt x="1337" y="7982"/>
                </a:lnTo>
                <a:lnTo>
                  <a:pt x="1278" y="8154"/>
                </a:lnTo>
                <a:lnTo>
                  <a:pt x="1225" y="8294"/>
                </a:lnTo>
                <a:lnTo>
                  <a:pt x="1212" y="8356"/>
                </a:lnTo>
                <a:lnTo>
                  <a:pt x="1177" y="8455"/>
                </a:lnTo>
                <a:lnTo>
                  <a:pt x="1158" y="8477"/>
                </a:lnTo>
                <a:lnTo>
                  <a:pt x="1121" y="8588"/>
                </a:lnTo>
                <a:lnTo>
                  <a:pt x="1118" y="8681"/>
                </a:lnTo>
                <a:lnTo>
                  <a:pt x="1101" y="8787"/>
                </a:lnTo>
                <a:lnTo>
                  <a:pt x="1035" y="8999"/>
                </a:lnTo>
                <a:lnTo>
                  <a:pt x="993" y="9071"/>
                </a:lnTo>
                <a:lnTo>
                  <a:pt x="948" y="9176"/>
                </a:lnTo>
                <a:lnTo>
                  <a:pt x="906" y="9383"/>
                </a:lnTo>
                <a:lnTo>
                  <a:pt x="909" y="9458"/>
                </a:lnTo>
                <a:lnTo>
                  <a:pt x="887" y="9635"/>
                </a:lnTo>
                <a:lnTo>
                  <a:pt x="848" y="9778"/>
                </a:lnTo>
                <a:lnTo>
                  <a:pt x="820" y="9957"/>
                </a:lnTo>
                <a:lnTo>
                  <a:pt x="820" y="10068"/>
                </a:lnTo>
                <a:lnTo>
                  <a:pt x="800" y="10132"/>
                </a:lnTo>
                <a:lnTo>
                  <a:pt x="796" y="10209"/>
                </a:lnTo>
                <a:lnTo>
                  <a:pt x="779" y="10283"/>
                </a:lnTo>
                <a:lnTo>
                  <a:pt x="759" y="10347"/>
                </a:lnTo>
                <a:lnTo>
                  <a:pt x="744" y="10359"/>
                </a:lnTo>
                <a:lnTo>
                  <a:pt x="726" y="10433"/>
                </a:lnTo>
                <a:lnTo>
                  <a:pt x="715" y="10415"/>
                </a:lnTo>
                <a:lnTo>
                  <a:pt x="709" y="10505"/>
                </a:lnTo>
                <a:lnTo>
                  <a:pt x="682" y="10630"/>
                </a:lnTo>
                <a:lnTo>
                  <a:pt x="677" y="10691"/>
                </a:lnTo>
                <a:lnTo>
                  <a:pt x="651" y="10761"/>
                </a:lnTo>
                <a:lnTo>
                  <a:pt x="640" y="10874"/>
                </a:lnTo>
                <a:lnTo>
                  <a:pt x="668" y="10967"/>
                </a:lnTo>
                <a:lnTo>
                  <a:pt x="687" y="10989"/>
                </a:lnTo>
                <a:lnTo>
                  <a:pt x="710" y="11054"/>
                </a:lnTo>
                <a:lnTo>
                  <a:pt x="727" y="11039"/>
                </a:lnTo>
                <a:lnTo>
                  <a:pt x="742" y="11061"/>
                </a:lnTo>
                <a:lnTo>
                  <a:pt x="764" y="11052"/>
                </a:lnTo>
                <a:lnTo>
                  <a:pt x="779" y="11076"/>
                </a:lnTo>
                <a:lnTo>
                  <a:pt x="825" y="11174"/>
                </a:lnTo>
                <a:lnTo>
                  <a:pt x="867" y="11226"/>
                </a:lnTo>
                <a:lnTo>
                  <a:pt x="916" y="11241"/>
                </a:lnTo>
                <a:lnTo>
                  <a:pt x="931" y="11285"/>
                </a:lnTo>
                <a:lnTo>
                  <a:pt x="959" y="11332"/>
                </a:lnTo>
                <a:lnTo>
                  <a:pt x="1044" y="11342"/>
                </a:lnTo>
                <a:lnTo>
                  <a:pt x="1165" y="11470"/>
                </a:lnTo>
                <a:lnTo>
                  <a:pt x="1251" y="11529"/>
                </a:lnTo>
                <a:lnTo>
                  <a:pt x="1269" y="11483"/>
                </a:lnTo>
                <a:lnTo>
                  <a:pt x="1303" y="11445"/>
                </a:lnTo>
                <a:lnTo>
                  <a:pt x="1367" y="11492"/>
                </a:lnTo>
                <a:lnTo>
                  <a:pt x="1402" y="11537"/>
                </a:lnTo>
                <a:lnTo>
                  <a:pt x="1468" y="11568"/>
                </a:lnTo>
                <a:lnTo>
                  <a:pt x="1505" y="11645"/>
                </a:lnTo>
                <a:lnTo>
                  <a:pt x="1555" y="11660"/>
                </a:lnTo>
                <a:lnTo>
                  <a:pt x="1576" y="11603"/>
                </a:lnTo>
                <a:lnTo>
                  <a:pt x="1618" y="11611"/>
                </a:lnTo>
                <a:lnTo>
                  <a:pt x="1666" y="11684"/>
                </a:lnTo>
                <a:lnTo>
                  <a:pt x="1695" y="11679"/>
                </a:lnTo>
                <a:lnTo>
                  <a:pt x="1729" y="11620"/>
                </a:lnTo>
                <a:lnTo>
                  <a:pt x="1799" y="11635"/>
                </a:lnTo>
                <a:lnTo>
                  <a:pt x="1836" y="11687"/>
                </a:lnTo>
                <a:lnTo>
                  <a:pt x="1852" y="11680"/>
                </a:lnTo>
                <a:lnTo>
                  <a:pt x="1879" y="11569"/>
                </a:lnTo>
                <a:lnTo>
                  <a:pt x="1919" y="11514"/>
                </a:lnTo>
                <a:lnTo>
                  <a:pt x="1951" y="11502"/>
                </a:lnTo>
                <a:lnTo>
                  <a:pt x="1985" y="11559"/>
                </a:lnTo>
                <a:lnTo>
                  <a:pt x="2057" y="11500"/>
                </a:lnTo>
                <a:lnTo>
                  <a:pt x="2111" y="11499"/>
                </a:lnTo>
                <a:lnTo>
                  <a:pt x="2143" y="11475"/>
                </a:lnTo>
                <a:lnTo>
                  <a:pt x="2210" y="11426"/>
                </a:lnTo>
                <a:lnTo>
                  <a:pt x="2224" y="11394"/>
                </a:lnTo>
                <a:lnTo>
                  <a:pt x="2200" y="11337"/>
                </a:lnTo>
                <a:lnTo>
                  <a:pt x="2198" y="11260"/>
                </a:lnTo>
                <a:lnTo>
                  <a:pt x="2198" y="11127"/>
                </a:lnTo>
                <a:lnTo>
                  <a:pt x="2161" y="11037"/>
                </a:lnTo>
                <a:lnTo>
                  <a:pt x="2113" y="10938"/>
                </a:lnTo>
                <a:lnTo>
                  <a:pt x="2092" y="10825"/>
                </a:lnTo>
                <a:lnTo>
                  <a:pt x="2106" y="10679"/>
                </a:lnTo>
                <a:lnTo>
                  <a:pt x="2153" y="10549"/>
                </a:lnTo>
                <a:lnTo>
                  <a:pt x="2175" y="10537"/>
                </a:lnTo>
                <a:lnTo>
                  <a:pt x="2212" y="10487"/>
                </a:lnTo>
                <a:lnTo>
                  <a:pt x="2210" y="10462"/>
                </a:lnTo>
                <a:lnTo>
                  <a:pt x="2163" y="10480"/>
                </a:lnTo>
                <a:lnTo>
                  <a:pt x="2072" y="10500"/>
                </a:lnTo>
                <a:lnTo>
                  <a:pt x="1971" y="10510"/>
                </a:lnTo>
                <a:lnTo>
                  <a:pt x="1875" y="10532"/>
                </a:lnTo>
                <a:lnTo>
                  <a:pt x="1836" y="10462"/>
                </a:lnTo>
                <a:lnTo>
                  <a:pt x="1783" y="10364"/>
                </a:lnTo>
                <a:lnTo>
                  <a:pt x="1720" y="10298"/>
                </a:lnTo>
                <a:lnTo>
                  <a:pt x="1737" y="10256"/>
                </a:lnTo>
                <a:lnTo>
                  <a:pt x="1724" y="10243"/>
                </a:lnTo>
                <a:lnTo>
                  <a:pt x="1739" y="10169"/>
                </a:lnTo>
                <a:lnTo>
                  <a:pt x="1794" y="10110"/>
                </a:lnTo>
                <a:lnTo>
                  <a:pt x="1838" y="10026"/>
                </a:lnTo>
                <a:lnTo>
                  <a:pt x="1843" y="9948"/>
                </a:lnTo>
                <a:lnTo>
                  <a:pt x="1818" y="9933"/>
                </a:lnTo>
                <a:lnTo>
                  <a:pt x="1762" y="9977"/>
                </a:lnTo>
                <a:lnTo>
                  <a:pt x="1712" y="10085"/>
                </a:lnTo>
                <a:lnTo>
                  <a:pt x="1720" y="10034"/>
                </a:lnTo>
                <a:lnTo>
                  <a:pt x="1737" y="9974"/>
                </a:lnTo>
                <a:lnTo>
                  <a:pt x="1742" y="9903"/>
                </a:lnTo>
                <a:lnTo>
                  <a:pt x="1759" y="9841"/>
                </a:lnTo>
                <a:lnTo>
                  <a:pt x="1791" y="9807"/>
                </a:lnTo>
                <a:lnTo>
                  <a:pt x="1820" y="9743"/>
                </a:lnTo>
                <a:lnTo>
                  <a:pt x="1815" y="9608"/>
                </a:lnTo>
                <a:lnTo>
                  <a:pt x="1833" y="9541"/>
                </a:lnTo>
                <a:lnTo>
                  <a:pt x="1826" y="9455"/>
                </a:lnTo>
                <a:lnTo>
                  <a:pt x="1877" y="9293"/>
                </a:lnTo>
                <a:lnTo>
                  <a:pt x="1926" y="9155"/>
                </a:lnTo>
                <a:lnTo>
                  <a:pt x="1949" y="9134"/>
                </a:lnTo>
                <a:lnTo>
                  <a:pt x="1978" y="9051"/>
                </a:lnTo>
                <a:lnTo>
                  <a:pt x="2005" y="9123"/>
                </a:lnTo>
                <a:lnTo>
                  <a:pt x="2059" y="9112"/>
                </a:lnTo>
                <a:lnTo>
                  <a:pt x="2064" y="9224"/>
                </a:lnTo>
                <a:lnTo>
                  <a:pt x="2107" y="9261"/>
                </a:lnTo>
                <a:lnTo>
                  <a:pt x="2033" y="9526"/>
                </a:lnTo>
                <a:lnTo>
                  <a:pt x="1996" y="9729"/>
                </a:lnTo>
                <a:lnTo>
                  <a:pt x="2033" y="9874"/>
                </a:lnTo>
                <a:lnTo>
                  <a:pt x="2038" y="10093"/>
                </a:lnTo>
                <a:lnTo>
                  <a:pt x="2097" y="10273"/>
                </a:lnTo>
                <a:lnTo>
                  <a:pt x="2205" y="10312"/>
                </a:lnTo>
                <a:lnTo>
                  <a:pt x="2276" y="10367"/>
                </a:lnTo>
                <a:lnTo>
                  <a:pt x="2298" y="10443"/>
                </a:lnTo>
                <a:lnTo>
                  <a:pt x="2240" y="10667"/>
                </a:lnTo>
                <a:lnTo>
                  <a:pt x="2321" y="10805"/>
                </a:lnTo>
                <a:lnTo>
                  <a:pt x="2395" y="10953"/>
                </a:lnTo>
                <a:lnTo>
                  <a:pt x="2537" y="11194"/>
                </a:lnTo>
                <a:lnTo>
                  <a:pt x="2673" y="11315"/>
                </a:lnTo>
                <a:lnTo>
                  <a:pt x="2828" y="11475"/>
                </a:lnTo>
                <a:lnTo>
                  <a:pt x="3022" y="11626"/>
                </a:lnTo>
                <a:lnTo>
                  <a:pt x="3052" y="11818"/>
                </a:lnTo>
                <a:lnTo>
                  <a:pt x="3040" y="11956"/>
                </a:lnTo>
                <a:lnTo>
                  <a:pt x="3102" y="12066"/>
                </a:lnTo>
                <a:lnTo>
                  <a:pt x="3180" y="12308"/>
                </a:lnTo>
                <a:lnTo>
                  <a:pt x="3190" y="12397"/>
                </a:lnTo>
                <a:lnTo>
                  <a:pt x="3117" y="12408"/>
                </a:lnTo>
                <a:lnTo>
                  <a:pt x="3200" y="12717"/>
                </a:lnTo>
                <a:lnTo>
                  <a:pt x="3276" y="12803"/>
                </a:lnTo>
                <a:lnTo>
                  <a:pt x="3476" y="12845"/>
                </a:lnTo>
                <a:lnTo>
                  <a:pt x="3452" y="13007"/>
                </a:lnTo>
                <a:lnTo>
                  <a:pt x="3397" y="13195"/>
                </a:lnTo>
                <a:lnTo>
                  <a:pt x="3377" y="13419"/>
                </a:lnTo>
                <a:lnTo>
                  <a:pt x="3351" y="13754"/>
                </a:lnTo>
                <a:lnTo>
                  <a:pt x="3417" y="14045"/>
                </a:lnTo>
                <a:lnTo>
                  <a:pt x="3419" y="14155"/>
                </a:lnTo>
                <a:lnTo>
                  <a:pt x="3412" y="14365"/>
                </a:lnTo>
                <a:lnTo>
                  <a:pt x="3454" y="14557"/>
                </a:lnTo>
                <a:lnTo>
                  <a:pt x="3488" y="14660"/>
                </a:lnTo>
                <a:lnTo>
                  <a:pt x="3515" y="14843"/>
                </a:lnTo>
                <a:lnTo>
                  <a:pt x="3547" y="15089"/>
                </a:lnTo>
                <a:lnTo>
                  <a:pt x="3658" y="15310"/>
                </a:lnTo>
                <a:lnTo>
                  <a:pt x="3718" y="15303"/>
                </a:lnTo>
                <a:lnTo>
                  <a:pt x="3777" y="15234"/>
                </a:lnTo>
                <a:lnTo>
                  <a:pt x="3910" y="15271"/>
                </a:lnTo>
                <a:lnTo>
                  <a:pt x="3873" y="15197"/>
                </a:lnTo>
                <a:lnTo>
                  <a:pt x="3954" y="15124"/>
                </a:lnTo>
                <a:lnTo>
                  <a:pt x="4028" y="15160"/>
                </a:lnTo>
                <a:lnTo>
                  <a:pt x="4067" y="14907"/>
                </a:lnTo>
                <a:lnTo>
                  <a:pt x="4153" y="14800"/>
                </a:lnTo>
                <a:lnTo>
                  <a:pt x="4168" y="14670"/>
                </a:lnTo>
                <a:lnTo>
                  <a:pt x="4178" y="14453"/>
                </a:lnTo>
                <a:lnTo>
                  <a:pt x="4244" y="14360"/>
                </a:lnTo>
                <a:lnTo>
                  <a:pt x="4311" y="14389"/>
                </a:lnTo>
                <a:lnTo>
                  <a:pt x="4449" y="14406"/>
                </a:lnTo>
                <a:lnTo>
                  <a:pt x="4528" y="14406"/>
                </a:lnTo>
                <a:lnTo>
                  <a:pt x="4543" y="14335"/>
                </a:lnTo>
                <a:lnTo>
                  <a:pt x="4706" y="14308"/>
                </a:lnTo>
                <a:lnTo>
                  <a:pt x="4836" y="14264"/>
                </a:lnTo>
                <a:lnTo>
                  <a:pt x="5040" y="14158"/>
                </a:lnTo>
                <a:lnTo>
                  <a:pt x="5274" y="14151"/>
                </a:lnTo>
                <a:lnTo>
                  <a:pt x="5375" y="14091"/>
                </a:lnTo>
                <a:lnTo>
                  <a:pt x="5393" y="13965"/>
                </a:lnTo>
                <a:lnTo>
                  <a:pt x="5583" y="14012"/>
                </a:lnTo>
                <a:lnTo>
                  <a:pt x="5684" y="14057"/>
                </a:lnTo>
                <a:lnTo>
                  <a:pt x="5718" y="14007"/>
                </a:lnTo>
                <a:lnTo>
                  <a:pt x="5774" y="14045"/>
                </a:lnTo>
                <a:lnTo>
                  <a:pt x="5812" y="14082"/>
                </a:lnTo>
                <a:lnTo>
                  <a:pt x="5839" y="14061"/>
                </a:lnTo>
                <a:lnTo>
                  <a:pt x="5897" y="14121"/>
                </a:lnTo>
                <a:lnTo>
                  <a:pt x="5964" y="14047"/>
                </a:lnTo>
                <a:lnTo>
                  <a:pt x="5966" y="13973"/>
                </a:lnTo>
                <a:lnTo>
                  <a:pt x="6104" y="14035"/>
                </a:lnTo>
                <a:lnTo>
                  <a:pt x="6147" y="14156"/>
                </a:lnTo>
                <a:lnTo>
                  <a:pt x="6161" y="14247"/>
                </a:lnTo>
                <a:lnTo>
                  <a:pt x="6152" y="14335"/>
                </a:lnTo>
                <a:lnTo>
                  <a:pt x="6181" y="14438"/>
                </a:lnTo>
                <a:lnTo>
                  <a:pt x="6269" y="14613"/>
                </a:lnTo>
                <a:lnTo>
                  <a:pt x="6358" y="14667"/>
                </a:lnTo>
                <a:lnTo>
                  <a:pt x="6327" y="14719"/>
                </a:lnTo>
                <a:lnTo>
                  <a:pt x="6422" y="14949"/>
                </a:lnTo>
                <a:lnTo>
                  <a:pt x="6434" y="15113"/>
                </a:lnTo>
                <a:lnTo>
                  <a:pt x="6348" y="15293"/>
                </a:lnTo>
                <a:lnTo>
                  <a:pt x="6444" y="15365"/>
                </a:lnTo>
                <a:lnTo>
                  <a:pt x="6535" y="15409"/>
                </a:lnTo>
                <a:lnTo>
                  <a:pt x="6737" y="15353"/>
                </a:lnTo>
                <a:lnTo>
                  <a:pt x="6856" y="15306"/>
                </a:lnTo>
                <a:lnTo>
                  <a:pt x="6912" y="15461"/>
                </a:lnTo>
                <a:lnTo>
                  <a:pt x="6918" y="15671"/>
                </a:lnTo>
                <a:lnTo>
                  <a:pt x="6952" y="15877"/>
                </a:lnTo>
                <a:lnTo>
                  <a:pt x="7013" y="15978"/>
                </a:lnTo>
                <a:lnTo>
                  <a:pt x="6982" y="16143"/>
                </a:lnTo>
                <a:lnTo>
                  <a:pt x="7033" y="16250"/>
                </a:lnTo>
                <a:lnTo>
                  <a:pt x="6969" y="16353"/>
                </a:lnTo>
                <a:lnTo>
                  <a:pt x="6977" y="16469"/>
                </a:lnTo>
                <a:lnTo>
                  <a:pt x="6915" y="16601"/>
                </a:lnTo>
                <a:lnTo>
                  <a:pt x="6890" y="16688"/>
                </a:lnTo>
                <a:lnTo>
                  <a:pt x="6917" y="16779"/>
                </a:lnTo>
                <a:lnTo>
                  <a:pt x="6952" y="16700"/>
                </a:lnTo>
                <a:lnTo>
                  <a:pt x="7031" y="16793"/>
                </a:lnTo>
                <a:lnTo>
                  <a:pt x="7119" y="16902"/>
                </a:lnTo>
                <a:lnTo>
                  <a:pt x="7144" y="16981"/>
                </a:lnTo>
                <a:lnTo>
                  <a:pt x="7211" y="17055"/>
                </a:lnTo>
                <a:lnTo>
                  <a:pt x="7247" y="17126"/>
                </a:lnTo>
                <a:lnTo>
                  <a:pt x="7223" y="17227"/>
                </a:lnTo>
                <a:lnTo>
                  <a:pt x="7284" y="17319"/>
                </a:lnTo>
                <a:lnTo>
                  <a:pt x="7304" y="17442"/>
                </a:lnTo>
                <a:lnTo>
                  <a:pt x="7403" y="17560"/>
                </a:lnTo>
                <a:lnTo>
                  <a:pt x="7423" y="17636"/>
                </a:lnTo>
                <a:lnTo>
                  <a:pt x="7632" y="17794"/>
                </a:lnTo>
                <a:lnTo>
                  <a:pt x="7800" y="17930"/>
                </a:lnTo>
                <a:lnTo>
                  <a:pt x="7928" y="17947"/>
                </a:lnTo>
                <a:lnTo>
                  <a:pt x="7933" y="17903"/>
                </a:lnTo>
                <a:lnTo>
                  <a:pt x="7864" y="17767"/>
                </a:lnTo>
                <a:lnTo>
                  <a:pt x="7800" y="17717"/>
                </a:lnTo>
                <a:lnTo>
                  <a:pt x="7789" y="17631"/>
                </a:lnTo>
                <a:lnTo>
                  <a:pt x="7772" y="17580"/>
                </a:lnTo>
                <a:lnTo>
                  <a:pt x="7794" y="17520"/>
                </a:lnTo>
                <a:lnTo>
                  <a:pt x="7785" y="17422"/>
                </a:lnTo>
                <a:lnTo>
                  <a:pt x="7713" y="17311"/>
                </a:lnTo>
                <a:lnTo>
                  <a:pt x="7612" y="17202"/>
                </a:lnTo>
                <a:lnTo>
                  <a:pt x="7571" y="17178"/>
                </a:lnTo>
                <a:lnTo>
                  <a:pt x="7482" y="17082"/>
                </a:lnTo>
                <a:lnTo>
                  <a:pt x="7376" y="17038"/>
                </a:lnTo>
                <a:lnTo>
                  <a:pt x="7284" y="16931"/>
                </a:lnTo>
                <a:lnTo>
                  <a:pt x="7258" y="16794"/>
                </a:lnTo>
                <a:lnTo>
                  <a:pt x="7196" y="16641"/>
                </a:lnTo>
                <a:lnTo>
                  <a:pt x="7083" y="16606"/>
                </a:lnTo>
                <a:lnTo>
                  <a:pt x="7080" y="16493"/>
                </a:lnTo>
                <a:lnTo>
                  <a:pt x="7147" y="16373"/>
                </a:lnTo>
                <a:lnTo>
                  <a:pt x="7258" y="16173"/>
                </a:lnTo>
                <a:lnTo>
                  <a:pt x="7289" y="16005"/>
                </a:lnTo>
                <a:lnTo>
                  <a:pt x="7440" y="16042"/>
                </a:lnTo>
                <a:lnTo>
                  <a:pt x="7403" y="16160"/>
                </a:lnTo>
                <a:lnTo>
                  <a:pt x="7553" y="16192"/>
                </a:lnTo>
                <a:lnTo>
                  <a:pt x="7704" y="16299"/>
                </a:lnTo>
                <a:lnTo>
                  <a:pt x="7782" y="16478"/>
                </a:lnTo>
                <a:lnTo>
                  <a:pt x="7848" y="16574"/>
                </a:lnTo>
                <a:lnTo>
                  <a:pt x="7996" y="16626"/>
                </a:lnTo>
                <a:lnTo>
                  <a:pt x="8122" y="16739"/>
                </a:lnTo>
                <a:lnTo>
                  <a:pt x="8066" y="16831"/>
                </a:lnTo>
                <a:lnTo>
                  <a:pt x="8127" y="16941"/>
                </a:lnTo>
                <a:lnTo>
                  <a:pt x="8358" y="16840"/>
                </a:lnTo>
                <a:lnTo>
                  <a:pt x="8511" y="16737"/>
                </a:lnTo>
                <a:lnTo>
                  <a:pt x="8723" y="16670"/>
                </a:lnTo>
                <a:lnTo>
                  <a:pt x="8878" y="16589"/>
                </a:lnTo>
                <a:lnTo>
                  <a:pt x="8915" y="16316"/>
                </a:lnTo>
                <a:lnTo>
                  <a:pt x="8849" y="16010"/>
                </a:lnTo>
                <a:lnTo>
                  <a:pt x="8750" y="15863"/>
                </a:lnTo>
                <a:lnTo>
                  <a:pt x="8597" y="15739"/>
                </a:lnTo>
                <a:lnTo>
                  <a:pt x="8450" y="15496"/>
                </a:lnTo>
                <a:lnTo>
                  <a:pt x="8332" y="15298"/>
                </a:lnTo>
                <a:lnTo>
                  <a:pt x="8381" y="15190"/>
                </a:lnTo>
                <a:lnTo>
                  <a:pt x="8538" y="15055"/>
                </a:lnTo>
                <a:lnTo>
                  <a:pt x="8780" y="14946"/>
                </a:lnTo>
                <a:lnTo>
                  <a:pt x="8863" y="14929"/>
                </a:lnTo>
                <a:lnTo>
                  <a:pt x="9088" y="15015"/>
                </a:lnTo>
                <a:lnTo>
                  <a:pt x="9043" y="15076"/>
                </a:lnTo>
                <a:lnTo>
                  <a:pt x="9080" y="15205"/>
                </a:lnTo>
                <a:lnTo>
                  <a:pt x="9177" y="15207"/>
                </a:lnTo>
                <a:lnTo>
                  <a:pt x="9248" y="15035"/>
                </a:lnTo>
                <a:lnTo>
                  <a:pt x="9431" y="15028"/>
                </a:lnTo>
                <a:lnTo>
                  <a:pt x="9679" y="14964"/>
                </a:lnTo>
                <a:lnTo>
                  <a:pt x="9780" y="14887"/>
                </a:lnTo>
                <a:lnTo>
                  <a:pt x="9837" y="14948"/>
                </a:lnTo>
                <a:lnTo>
                  <a:pt x="9947" y="14879"/>
                </a:lnTo>
                <a:lnTo>
                  <a:pt x="10142" y="14869"/>
                </a:lnTo>
                <a:lnTo>
                  <a:pt x="10386" y="14734"/>
                </a:lnTo>
                <a:lnTo>
                  <a:pt x="10623" y="14579"/>
                </a:lnTo>
                <a:lnTo>
                  <a:pt x="10783" y="14370"/>
                </a:lnTo>
                <a:lnTo>
                  <a:pt x="10920" y="14138"/>
                </a:lnTo>
                <a:lnTo>
                  <a:pt x="11039" y="13943"/>
                </a:lnTo>
                <a:lnTo>
                  <a:pt x="11132" y="13926"/>
                </a:lnTo>
                <a:lnTo>
                  <a:pt x="11172" y="13783"/>
                </a:lnTo>
                <a:lnTo>
                  <a:pt x="11194" y="13635"/>
                </a:lnTo>
                <a:lnTo>
                  <a:pt x="11098" y="13581"/>
                </a:lnTo>
                <a:lnTo>
                  <a:pt x="11058" y="13485"/>
                </a:lnTo>
                <a:lnTo>
                  <a:pt x="11159" y="13434"/>
                </a:lnTo>
                <a:lnTo>
                  <a:pt x="11159" y="13300"/>
                </a:lnTo>
                <a:lnTo>
                  <a:pt x="11047" y="13162"/>
                </a:lnTo>
                <a:lnTo>
                  <a:pt x="10950" y="12995"/>
                </a:lnTo>
                <a:lnTo>
                  <a:pt x="10889" y="12813"/>
                </a:lnTo>
                <a:lnTo>
                  <a:pt x="10723" y="12712"/>
                </a:lnTo>
                <a:lnTo>
                  <a:pt x="10802" y="12584"/>
                </a:lnTo>
                <a:lnTo>
                  <a:pt x="10950" y="12490"/>
                </a:lnTo>
                <a:lnTo>
                  <a:pt x="11021" y="12391"/>
                </a:lnTo>
                <a:lnTo>
                  <a:pt x="11233" y="12333"/>
                </a:lnTo>
                <a:lnTo>
                  <a:pt x="11206" y="12238"/>
                </a:lnTo>
                <a:lnTo>
                  <a:pt x="11108" y="12234"/>
                </a:lnTo>
                <a:lnTo>
                  <a:pt x="10975" y="12163"/>
                </a:lnTo>
                <a:lnTo>
                  <a:pt x="10808" y="12296"/>
                </a:lnTo>
                <a:lnTo>
                  <a:pt x="10691" y="12243"/>
                </a:lnTo>
                <a:lnTo>
                  <a:pt x="10687" y="12158"/>
                </a:lnTo>
                <a:lnTo>
                  <a:pt x="10566" y="12126"/>
                </a:lnTo>
                <a:lnTo>
                  <a:pt x="10492" y="11999"/>
                </a:lnTo>
                <a:lnTo>
                  <a:pt x="10568" y="11913"/>
                </a:lnTo>
                <a:lnTo>
                  <a:pt x="10711" y="11906"/>
                </a:lnTo>
                <a:lnTo>
                  <a:pt x="10802" y="11786"/>
                </a:lnTo>
                <a:lnTo>
                  <a:pt x="10963" y="11657"/>
                </a:lnTo>
                <a:lnTo>
                  <a:pt x="11086" y="11589"/>
                </a:lnTo>
                <a:lnTo>
                  <a:pt x="11164" y="11685"/>
                </a:lnTo>
                <a:lnTo>
                  <a:pt x="11052" y="11813"/>
                </a:lnTo>
                <a:lnTo>
                  <a:pt x="11084" y="11886"/>
                </a:lnTo>
                <a:lnTo>
                  <a:pt x="11007" y="11973"/>
                </a:lnTo>
                <a:lnTo>
                  <a:pt x="11164" y="11919"/>
                </a:lnTo>
                <a:lnTo>
                  <a:pt x="11268" y="11828"/>
                </a:lnTo>
                <a:lnTo>
                  <a:pt x="11468" y="11765"/>
                </a:lnTo>
                <a:lnTo>
                  <a:pt x="11539" y="11812"/>
                </a:lnTo>
                <a:lnTo>
                  <a:pt x="11623" y="11827"/>
                </a:lnTo>
                <a:lnTo>
                  <a:pt x="11635" y="11855"/>
                </a:lnTo>
                <a:lnTo>
                  <a:pt x="11605" y="11958"/>
                </a:lnTo>
                <a:lnTo>
                  <a:pt x="11618" y="11992"/>
                </a:lnTo>
                <a:lnTo>
                  <a:pt x="11586" y="12015"/>
                </a:lnTo>
                <a:lnTo>
                  <a:pt x="11549" y="12100"/>
                </a:lnTo>
                <a:lnTo>
                  <a:pt x="11591" y="12128"/>
                </a:lnTo>
                <a:lnTo>
                  <a:pt x="11630" y="12142"/>
                </a:lnTo>
                <a:lnTo>
                  <a:pt x="11637" y="12177"/>
                </a:lnTo>
                <a:lnTo>
                  <a:pt x="11680" y="12158"/>
                </a:lnTo>
                <a:lnTo>
                  <a:pt x="11696" y="12121"/>
                </a:lnTo>
                <a:lnTo>
                  <a:pt x="11770" y="12152"/>
                </a:lnTo>
                <a:lnTo>
                  <a:pt x="11882" y="12303"/>
                </a:lnTo>
                <a:lnTo>
                  <a:pt x="11773" y="12342"/>
                </a:lnTo>
                <a:lnTo>
                  <a:pt x="11852" y="12529"/>
                </a:lnTo>
                <a:lnTo>
                  <a:pt x="11834" y="12670"/>
                </a:lnTo>
                <a:lnTo>
                  <a:pt x="11857" y="12768"/>
                </a:lnTo>
                <a:lnTo>
                  <a:pt x="11995" y="12741"/>
                </a:lnTo>
                <a:lnTo>
                  <a:pt x="12111" y="12653"/>
                </a:lnTo>
                <a:lnTo>
                  <a:pt x="12246" y="12603"/>
                </a:lnTo>
                <a:lnTo>
                  <a:pt x="12293" y="12495"/>
                </a:lnTo>
                <a:lnTo>
                  <a:pt x="12271" y="12283"/>
                </a:lnTo>
                <a:lnTo>
                  <a:pt x="12222" y="12169"/>
                </a:lnTo>
                <a:lnTo>
                  <a:pt x="12076" y="11963"/>
                </a:lnTo>
                <a:lnTo>
                  <a:pt x="11987" y="11891"/>
                </a:lnTo>
                <a:lnTo>
                  <a:pt x="11926" y="11866"/>
                </a:lnTo>
                <a:lnTo>
                  <a:pt x="11941" y="11844"/>
                </a:lnTo>
                <a:lnTo>
                  <a:pt x="11940" y="11763"/>
                </a:lnTo>
                <a:lnTo>
                  <a:pt x="11997" y="11707"/>
                </a:lnTo>
                <a:lnTo>
                  <a:pt x="12089" y="11667"/>
                </a:lnTo>
                <a:lnTo>
                  <a:pt x="12137" y="11606"/>
                </a:lnTo>
                <a:lnTo>
                  <a:pt x="12158" y="11571"/>
                </a:lnTo>
                <a:lnTo>
                  <a:pt x="12227" y="11520"/>
                </a:lnTo>
                <a:lnTo>
                  <a:pt x="12207" y="11387"/>
                </a:lnTo>
                <a:lnTo>
                  <a:pt x="12241" y="11320"/>
                </a:lnTo>
                <a:lnTo>
                  <a:pt x="12293" y="11249"/>
                </a:lnTo>
                <a:lnTo>
                  <a:pt x="12347" y="11253"/>
                </a:lnTo>
                <a:lnTo>
                  <a:pt x="12360" y="11189"/>
                </a:lnTo>
                <a:lnTo>
                  <a:pt x="12522" y="11027"/>
                </a:lnTo>
                <a:lnTo>
                  <a:pt x="12620" y="11103"/>
                </a:lnTo>
                <a:lnTo>
                  <a:pt x="12704" y="11086"/>
                </a:lnTo>
                <a:lnTo>
                  <a:pt x="12864" y="10946"/>
                </a:lnTo>
                <a:lnTo>
                  <a:pt x="12928" y="10822"/>
                </a:lnTo>
                <a:lnTo>
                  <a:pt x="13059" y="10574"/>
                </a:lnTo>
                <a:lnTo>
                  <a:pt x="13182" y="10322"/>
                </a:lnTo>
                <a:lnTo>
                  <a:pt x="13194" y="10187"/>
                </a:lnTo>
                <a:lnTo>
                  <a:pt x="13306" y="9879"/>
                </a:lnTo>
                <a:lnTo>
                  <a:pt x="13279" y="9576"/>
                </a:lnTo>
                <a:lnTo>
                  <a:pt x="13229" y="9359"/>
                </a:lnTo>
                <a:lnTo>
                  <a:pt x="13261" y="9155"/>
                </a:lnTo>
                <a:lnTo>
                  <a:pt x="13210" y="9004"/>
                </a:lnTo>
                <a:lnTo>
                  <a:pt x="13002" y="8847"/>
                </a:lnTo>
                <a:lnTo>
                  <a:pt x="12884" y="8864"/>
                </a:lnTo>
                <a:lnTo>
                  <a:pt x="12842" y="8970"/>
                </a:lnTo>
                <a:lnTo>
                  <a:pt x="12729" y="8953"/>
                </a:lnTo>
                <a:lnTo>
                  <a:pt x="12648" y="8851"/>
                </a:lnTo>
                <a:lnTo>
                  <a:pt x="12478" y="8863"/>
                </a:lnTo>
                <a:lnTo>
                  <a:pt x="12758" y="8354"/>
                </a:lnTo>
                <a:lnTo>
                  <a:pt x="12950" y="7932"/>
                </a:lnTo>
                <a:lnTo>
                  <a:pt x="13221" y="7790"/>
                </a:lnTo>
                <a:lnTo>
                  <a:pt x="13497" y="7725"/>
                </a:lnTo>
                <a:lnTo>
                  <a:pt x="13561" y="7602"/>
                </a:lnTo>
                <a:lnTo>
                  <a:pt x="13700" y="7573"/>
                </a:lnTo>
                <a:lnTo>
                  <a:pt x="13756" y="7696"/>
                </a:lnTo>
                <a:lnTo>
                  <a:pt x="13874" y="7622"/>
                </a:lnTo>
                <a:lnTo>
                  <a:pt x="14030" y="7494"/>
                </a:lnTo>
                <a:lnTo>
                  <a:pt x="13909" y="7427"/>
                </a:lnTo>
                <a:lnTo>
                  <a:pt x="13938" y="7063"/>
                </a:lnTo>
                <a:lnTo>
                  <a:pt x="14086" y="6910"/>
                </a:lnTo>
                <a:lnTo>
                  <a:pt x="14273" y="7066"/>
                </a:lnTo>
                <a:lnTo>
                  <a:pt x="14326" y="6792"/>
                </a:lnTo>
                <a:lnTo>
                  <a:pt x="14271" y="6644"/>
                </a:lnTo>
                <a:lnTo>
                  <a:pt x="14338" y="6580"/>
                </a:lnTo>
                <a:lnTo>
                  <a:pt x="14449" y="6822"/>
                </a:lnTo>
                <a:lnTo>
                  <a:pt x="14417" y="7021"/>
                </a:lnTo>
                <a:lnTo>
                  <a:pt x="14404" y="7255"/>
                </a:lnTo>
                <a:lnTo>
                  <a:pt x="14396" y="7531"/>
                </a:lnTo>
                <a:lnTo>
                  <a:pt x="14295" y="7634"/>
                </a:lnTo>
                <a:lnTo>
                  <a:pt x="14335" y="7711"/>
                </a:lnTo>
                <a:lnTo>
                  <a:pt x="14321" y="7844"/>
                </a:lnTo>
                <a:lnTo>
                  <a:pt x="14406" y="8092"/>
                </a:lnTo>
                <a:lnTo>
                  <a:pt x="14653" y="8433"/>
                </a:lnTo>
                <a:lnTo>
                  <a:pt x="14821" y="8654"/>
                </a:lnTo>
                <a:lnTo>
                  <a:pt x="14917" y="8751"/>
                </a:lnTo>
                <a:lnTo>
                  <a:pt x="14968" y="8524"/>
                </a:lnTo>
                <a:lnTo>
                  <a:pt x="14900" y="8342"/>
                </a:lnTo>
                <a:lnTo>
                  <a:pt x="15008" y="8228"/>
                </a:lnTo>
                <a:lnTo>
                  <a:pt x="14926" y="8028"/>
                </a:lnTo>
                <a:lnTo>
                  <a:pt x="15018" y="7858"/>
                </a:lnTo>
                <a:lnTo>
                  <a:pt x="14939" y="7810"/>
                </a:lnTo>
                <a:lnTo>
                  <a:pt x="14887" y="7659"/>
                </a:lnTo>
                <a:lnTo>
                  <a:pt x="14954" y="7607"/>
                </a:lnTo>
                <a:lnTo>
                  <a:pt x="14808" y="7376"/>
                </a:lnTo>
                <a:lnTo>
                  <a:pt x="14700" y="7396"/>
                </a:lnTo>
                <a:lnTo>
                  <a:pt x="14655" y="7336"/>
                </a:lnTo>
                <a:lnTo>
                  <a:pt x="14635" y="7132"/>
                </a:lnTo>
                <a:lnTo>
                  <a:pt x="14584" y="7018"/>
                </a:lnTo>
                <a:lnTo>
                  <a:pt x="14690" y="6976"/>
                </a:lnTo>
                <a:lnTo>
                  <a:pt x="14705" y="6866"/>
                </a:lnTo>
                <a:lnTo>
                  <a:pt x="14778" y="6900"/>
                </a:lnTo>
                <a:lnTo>
                  <a:pt x="14848" y="6659"/>
                </a:lnTo>
                <a:lnTo>
                  <a:pt x="15020" y="6684"/>
                </a:lnTo>
                <a:lnTo>
                  <a:pt x="14986" y="6602"/>
                </a:lnTo>
                <a:lnTo>
                  <a:pt x="14990" y="6444"/>
                </a:lnTo>
                <a:lnTo>
                  <a:pt x="14981" y="6272"/>
                </a:lnTo>
                <a:lnTo>
                  <a:pt x="15012" y="6211"/>
                </a:lnTo>
                <a:lnTo>
                  <a:pt x="15047" y="5971"/>
                </a:lnTo>
                <a:lnTo>
                  <a:pt x="15163" y="5900"/>
                </a:lnTo>
                <a:lnTo>
                  <a:pt x="15136" y="5853"/>
                </a:lnTo>
                <a:lnTo>
                  <a:pt x="15072" y="5809"/>
                </a:lnTo>
                <a:lnTo>
                  <a:pt x="15013" y="5801"/>
                </a:lnTo>
                <a:lnTo>
                  <a:pt x="14869" y="5732"/>
                </a:lnTo>
                <a:lnTo>
                  <a:pt x="14752" y="5710"/>
                </a:lnTo>
                <a:lnTo>
                  <a:pt x="14818" y="5656"/>
                </a:lnTo>
                <a:lnTo>
                  <a:pt x="14806" y="5541"/>
                </a:lnTo>
                <a:lnTo>
                  <a:pt x="14766" y="5464"/>
                </a:lnTo>
                <a:lnTo>
                  <a:pt x="14678" y="5432"/>
                </a:lnTo>
                <a:lnTo>
                  <a:pt x="14688" y="5348"/>
                </a:lnTo>
                <a:lnTo>
                  <a:pt x="14736" y="5400"/>
                </a:lnTo>
                <a:lnTo>
                  <a:pt x="14810" y="5413"/>
                </a:lnTo>
                <a:lnTo>
                  <a:pt x="14831" y="5343"/>
                </a:lnTo>
                <a:lnTo>
                  <a:pt x="14892" y="5311"/>
                </a:lnTo>
                <a:lnTo>
                  <a:pt x="14966" y="5348"/>
                </a:lnTo>
                <a:lnTo>
                  <a:pt x="15057" y="5311"/>
                </a:lnTo>
                <a:lnTo>
                  <a:pt x="15136" y="5307"/>
                </a:lnTo>
                <a:lnTo>
                  <a:pt x="15172" y="5262"/>
                </a:lnTo>
                <a:lnTo>
                  <a:pt x="15151" y="5218"/>
                </a:lnTo>
                <a:lnTo>
                  <a:pt x="14998" y="5117"/>
                </a:lnTo>
                <a:lnTo>
                  <a:pt x="15028" y="5023"/>
                </a:lnTo>
                <a:lnTo>
                  <a:pt x="14985" y="4929"/>
                </a:lnTo>
                <a:lnTo>
                  <a:pt x="14783" y="4935"/>
                </a:lnTo>
                <a:lnTo>
                  <a:pt x="14680" y="5052"/>
                </a:lnTo>
                <a:lnTo>
                  <a:pt x="14801" y="5116"/>
                </a:lnTo>
                <a:lnTo>
                  <a:pt x="14741" y="5122"/>
                </a:lnTo>
                <a:lnTo>
                  <a:pt x="14646" y="5053"/>
                </a:lnTo>
                <a:lnTo>
                  <a:pt x="14407" y="5068"/>
                </a:lnTo>
                <a:lnTo>
                  <a:pt x="14209" y="5089"/>
                </a:lnTo>
                <a:lnTo>
                  <a:pt x="14094" y="5099"/>
                </a:lnTo>
                <a:lnTo>
                  <a:pt x="13923" y="5156"/>
                </a:lnTo>
                <a:lnTo>
                  <a:pt x="13852" y="5240"/>
                </a:lnTo>
                <a:lnTo>
                  <a:pt x="13687" y="5321"/>
                </a:lnTo>
                <a:lnTo>
                  <a:pt x="13729" y="5393"/>
                </a:lnTo>
                <a:lnTo>
                  <a:pt x="13850" y="5444"/>
                </a:lnTo>
                <a:lnTo>
                  <a:pt x="13838" y="5531"/>
                </a:lnTo>
                <a:lnTo>
                  <a:pt x="13645" y="5477"/>
                </a:lnTo>
                <a:lnTo>
                  <a:pt x="13574" y="5557"/>
                </a:lnTo>
                <a:lnTo>
                  <a:pt x="13461" y="5592"/>
                </a:lnTo>
                <a:lnTo>
                  <a:pt x="13380" y="5652"/>
                </a:lnTo>
                <a:lnTo>
                  <a:pt x="13338" y="5722"/>
                </a:lnTo>
                <a:lnTo>
                  <a:pt x="13244" y="5718"/>
                </a:lnTo>
                <a:lnTo>
                  <a:pt x="13167" y="5612"/>
                </a:lnTo>
                <a:lnTo>
                  <a:pt x="13079" y="5577"/>
                </a:lnTo>
                <a:lnTo>
                  <a:pt x="12965" y="5607"/>
                </a:lnTo>
                <a:lnTo>
                  <a:pt x="12781" y="5735"/>
                </a:lnTo>
                <a:lnTo>
                  <a:pt x="12574" y="5679"/>
                </a:lnTo>
                <a:lnTo>
                  <a:pt x="12478" y="5607"/>
                </a:lnTo>
                <a:lnTo>
                  <a:pt x="11967" y="5659"/>
                </a:lnTo>
                <a:lnTo>
                  <a:pt x="11923" y="5747"/>
                </a:lnTo>
                <a:lnTo>
                  <a:pt x="12019" y="5885"/>
                </a:lnTo>
                <a:lnTo>
                  <a:pt x="11918" y="5885"/>
                </a:lnTo>
                <a:lnTo>
                  <a:pt x="11891" y="5940"/>
                </a:lnTo>
                <a:lnTo>
                  <a:pt x="11765" y="5913"/>
                </a:lnTo>
                <a:lnTo>
                  <a:pt x="11679" y="5976"/>
                </a:lnTo>
                <a:lnTo>
                  <a:pt x="11568" y="5917"/>
                </a:lnTo>
                <a:lnTo>
                  <a:pt x="11549" y="6099"/>
                </a:lnTo>
                <a:lnTo>
                  <a:pt x="11441" y="6043"/>
                </a:lnTo>
                <a:lnTo>
                  <a:pt x="11345" y="5920"/>
                </a:lnTo>
                <a:lnTo>
                  <a:pt x="11367" y="5848"/>
                </a:lnTo>
                <a:lnTo>
                  <a:pt x="11324" y="5745"/>
                </a:lnTo>
                <a:lnTo>
                  <a:pt x="11224" y="5666"/>
                </a:lnTo>
                <a:lnTo>
                  <a:pt x="11140" y="5674"/>
                </a:lnTo>
                <a:lnTo>
                  <a:pt x="11026" y="5651"/>
                </a:lnTo>
                <a:lnTo>
                  <a:pt x="11031" y="5777"/>
                </a:lnTo>
                <a:lnTo>
                  <a:pt x="10800" y="5755"/>
                </a:lnTo>
                <a:lnTo>
                  <a:pt x="10788" y="5678"/>
                </a:lnTo>
                <a:lnTo>
                  <a:pt x="10620" y="5646"/>
                </a:lnTo>
                <a:lnTo>
                  <a:pt x="10532" y="5666"/>
                </a:lnTo>
                <a:lnTo>
                  <a:pt x="10504" y="5706"/>
                </a:lnTo>
                <a:lnTo>
                  <a:pt x="10492" y="5599"/>
                </a:lnTo>
                <a:lnTo>
                  <a:pt x="10440" y="5626"/>
                </a:lnTo>
                <a:lnTo>
                  <a:pt x="10371" y="5577"/>
                </a:lnTo>
                <a:lnTo>
                  <a:pt x="10312" y="5545"/>
                </a:lnTo>
                <a:lnTo>
                  <a:pt x="10359" y="5503"/>
                </a:lnTo>
                <a:lnTo>
                  <a:pt x="10502" y="5425"/>
                </a:lnTo>
                <a:lnTo>
                  <a:pt x="10563" y="5383"/>
                </a:lnTo>
                <a:lnTo>
                  <a:pt x="10583" y="5299"/>
                </a:lnTo>
                <a:lnTo>
                  <a:pt x="10554" y="5237"/>
                </a:lnTo>
                <a:lnTo>
                  <a:pt x="10468" y="5149"/>
                </a:lnTo>
                <a:lnTo>
                  <a:pt x="10344" y="5131"/>
                </a:lnTo>
                <a:lnTo>
                  <a:pt x="10297" y="5163"/>
                </a:lnTo>
                <a:lnTo>
                  <a:pt x="10305" y="5084"/>
                </a:lnTo>
                <a:lnTo>
                  <a:pt x="10219" y="5043"/>
                </a:lnTo>
                <a:lnTo>
                  <a:pt x="10285" y="5015"/>
                </a:lnTo>
                <a:lnTo>
                  <a:pt x="10233" y="4952"/>
                </a:lnTo>
                <a:lnTo>
                  <a:pt x="10118" y="4996"/>
                </a:lnTo>
                <a:lnTo>
                  <a:pt x="10056" y="5052"/>
                </a:lnTo>
                <a:lnTo>
                  <a:pt x="10019" y="5116"/>
                </a:lnTo>
                <a:lnTo>
                  <a:pt x="9943" y="5094"/>
                </a:lnTo>
                <a:lnTo>
                  <a:pt x="9814" y="5146"/>
                </a:lnTo>
                <a:lnTo>
                  <a:pt x="9795" y="5102"/>
                </a:lnTo>
                <a:lnTo>
                  <a:pt x="9681" y="5080"/>
                </a:lnTo>
                <a:lnTo>
                  <a:pt x="9645" y="5116"/>
                </a:lnTo>
                <a:lnTo>
                  <a:pt x="9526" y="5094"/>
                </a:lnTo>
                <a:lnTo>
                  <a:pt x="9400" y="5132"/>
                </a:lnTo>
                <a:lnTo>
                  <a:pt x="9349" y="5114"/>
                </a:lnTo>
                <a:lnTo>
                  <a:pt x="9236" y="5186"/>
                </a:lnTo>
                <a:lnTo>
                  <a:pt x="9218" y="5277"/>
                </a:lnTo>
                <a:lnTo>
                  <a:pt x="9112" y="5250"/>
                </a:lnTo>
                <a:lnTo>
                  <a:pt x="9014" y="5191"/>
                </a:lnTo>
                <a:lnTo>
                  <a:pt x="8920" y="5178"/>
                </a:lnTo>
                <a:lnTo>
                  <a:pt x="8802" y="5326"/>
                </a:lnTo>
                <a:lnTo>
                  <a:pt x="8748" y="5466"/>
                </a:lnTo>
                <a:lnTo>
                  <a:pt x="8731" y="5338"/>
                </a:lnTo>
                <a:lnTo>
                  <a:pt x="8635" y="5291"/>
                </a:lnTo>
                <a:lnTo>
                  <a:pt x="8516" y="5296"/>
                </a:lnTo>
                <a:lnTo>
                  <a:pt x="8447" y="5405"/>
                </a:lnTo>
                <a:lnTo>
                  <a:pt x="8423" y="5348"/>
                </a:lnTo>
                <a:lnTo>
                  <a:pt x="8560" y="5233"/>
                </a:lnTo>
                <a:lnTo>
                  <a:pt x="8608" y="5146"/>
                </a:lnTo>
                <a:lnTo>
                  <a:pt x="8586" y="5134"/>
                </a:lnTo>
                <a:lnTo>
                  <a:pt x="8506" y="5233"/>
                </a:lnTo>
                <a:lnTo>
                  <a:pt x="8346" y="5267"/>
                </a:lnTo>
                <a:lnTo>
                  <a:pt x="8295" y="5413"/>
                </a:lnTo>
                <a:lnTo>
                  <a:pt x="8132" y="5521"/>
                </a:lnTo>
                <a:lnTo>
                  <a:pt x="8071" y="5604"/>
                </a:lnTo>
                <a:lnTo>
                  <a:pt x="8113" y="5651"/>
                </a:lnTo>
                <a:lnTo>
                  <a:pt x="8009" y="5725"/>
                </a:lnTo>
                <a:lnTo>
                  <a:pt x="7967" y="5823"/>
                </a:lnTo>
                <a:lnTo>
                  <a:pt x="7864" y="5856"/>
                </a:lnTo>
                <a:lnTo>
                  <a:pt x="7789" y="5915"/>
                </a:lnTo>
                <a:lnTo>
                  <a:pt x="7701" y="5908"/>
                </a:lnTo>
                <a:lnTo>
                  <a:pt x="7634" y="5940"/>
                </a:lnTo>
                <a:lnTo>
                  <a:pt x="7595" y="5875"/>
                </a:lnTo>
                <a:lnTo>
                  <a:pt x="7874" y="5760"/>
                </a:lnTo>
                <a:lnTo>
                  <a:pt x="7980" y="5686"/>
                </a:lnTo>
                <a:lnTo>
                  <a:pt x="8007" y="5565"/>
                </a:lnTo>
                <a:lnTo>
                  <a:pt x="8194" y="5393"/>
                </a:lnTo>
                <a:lnTo>
                  <a:pt x="8273" y="5292"/>
                </a:lnTo>
                <a:lnTo>
                  <a:pt x="8290" y="5233"/>
                </a:lnTo>
                <a:lnTo>
                  <a:pt x="8435" y="5159"/>
                </a:lnTo>
                <a:lnTo>
                  <a:pt x="8499" y="5084"/>
                </a:lnTo>
                <a:lnTo>
                  <a:pt x="8438" y="4972"/>
                </a:lnTo>
                <a:lnTo>
                  <a:pt x="8384" y="4974"/>
                </a:lnTo>
                <a:lnTo>
                  <a:pt x="8235" y="5062"/>
                </a:lnTo>
                <a:lnTo>
                  <a:pt x="8039" y="5109"/>
                </a:lnTo>
                <a:lnTo>
                  <a:pt x="7994" y="5148"/>
                </a:lnTo>
                <a:lnTo>
                  <a:pt x="7905" y="5260"/>
                </a:lnTo>
                <a:lnTo>
                  <a:pt x="7826" y="5306"/>
                </a:lnTo>
                <a:lnTo>
                  <a:pt x="7859" y="5363"/>
                </a:lnTo>
                <a:lnTo>
                  <a:pt x="7832" y="5390"/>
                </a:lnTo>
                <a:lnTo>
                  <a:pt x="7802" y="5494"/>
                </a:lnTo>
                <a:lnTo>
                  <a:pt x="7701" y="5535"/>
                </a:lnTo>
                <a:lnTo>
                  <a:pt x="7715" y="5254"/>
                </a:lnTo>
                <a:lnTo>
                  <a:pt x="7708" y="5164"/>
                </a:lnTo>
                <a:lnTo>
                  <a:pt x="7651" y="5015"/>
                </a:lnTo>
                <a:lnTo>
                  <a:pt x="7583" y="5030"/>
                </a:lnTo>
                <a:lnTo>
                  <a:pt x="7531" y="5136"/>
                </a:lnTo>
                <a:lnTo>
                  <a:pt x="7391" y="5163"/>
                </a:lnTo>
                <a:lnTo>
                  <a:pt x="7445" y="5048"/>
                </a:lnTo>
                <a:lnTo>
                  <a:pt x="7332" y="5030"/>
                </a:lnTo>
                <a:lnTo>
                  <a:pt x="7272" y="4951"/>
                </a:lnTo>
                <a:lnTo>
                  <a:pt x="7196" y="4952"/>
                </a:lnTo>
                <a:lnTo>
                  <a:pt x="7178" y="4887"/>
                </a:lnTo>
                <a:lnTo>
                  <a:pt x="7302" y="4870"/>
                </a:lnTo>
                <a:lnTo>
                  <a:pt x="7289" y="4831"/>
                </a:lnTo>
                <a:lnTo>
                  <a:pt x="7060" y="4755"/>
                </a:lnTo>
                <a:lnTo>
                  <a:pt x="6932" y="4698"/>
                </a:lnTo>
                <a:lnTo>
                  <a:pt x="6821" y="4744"/>
                </a:lnTo>
                <a:lnTo>
                  <a:pt x="6752" y="4686"/>
                </a:lnTo>
                <a:lnTo>
                  <a:pt x="6792" y="4617"/>
                </a:lnTo>
                <a:lnTo>
                  <a:pt x="6885" y="4570"/>
                </a:lnTo>
                <a:lnTo>
                  <a:pt x="6932" y="4621"/>
                </a:lnTo>
                <a:lnTo>
                  <a:pt x="7013" y="4545"/>
                </a:lnTo>
                <a:lnTo>
                  <a:pt x="7018" y="4387"/>
                </a:lnTo>
                <a:lnTo>
                  <a:pt x="6925" y="4471"/>
                </a:lnTo>
                <a:lnTo>
                  <a:pt x="6816" y="4494"/>
                </a:lnTo>
                <a:lnTo>
                  <a:pt x="6730" y="4585"/>
                </a:lnTo>
                <a:lnTo>
                  <a:pt x="6604" y="4612"/>
                </a:lnTo>
                <a:lnTo>
                  <a:pt x="6646" y="4535"/>
                </a:lnTo>
                <a:lnTo>
                  <a:pt x="6641" y="4483"/>
                </a:lnTo>
                <a:lnTo>
                  <a:pt x="6442" y="4434"/>
                </a:lnTo>
                <a:lnTo>
                  <a:pt x="6327" y="4528"/>
                </a:lnTo>
                <a:lnTo>
                  <a:pt x="6275" y="4499"/>
                </a:lnTo>
                <a:lnTo>
                  <a:pt x="6353" y="4318"/>
                </a:lnTo>
                <a:lnTo>
                  <a:pt x="6284" y="4308"/>
                </a:lnTo>
                <a:lnTo>
                  <a:pt x="6215" y="4375"/>
                </a:lnTo>
                <a:lnTo>
                  <a:pt x="6132" y="4402"/>
                </a:lnTo>
                <a:lnTo>
                  <a:pt x="6169" y="4338"/>
                </a:lnTo>
                <a:lnTo>
                  <a:pt x="6210" y="4244"/>
                </a:lnTo>
                <a:lnTo>
                  <a:pt x="6462" y="4138"/>
                </a:lnTo>
                <a:lnTo>
                  <a:pt x="6578" y="4005"/>
                </a:lnTo>
                <a:lnTo>
                  <a:pt x="6604" y="4037"/>
                </a:lnTo>
                <a:lnTo>
                  <a:pt x="6509" y="4323"/>
                </a:lnTo>
                <a:lnTo>
                  <a:pt x="6575" y="4390"/>
                </a:lnTo>
                <a:lnTo>
                  <a:pt x="6679" y="4409"/>
                </a:lnTo>
                <a:lnTo>
                  <a:pt x="6792" y="4355"/>
                </a:lnTo>
                <a:lnTo>
                  <a:pt x="6863" y="4282"/>
                </a:lnTo>
                <a:lnTo>
                  <a:pt x="7021" y="4025"/>
                </a:lnTo>
                <a:lnTo>
                  <a:pt x="7046" y="3882"/>
                </a:lnTo>
                <a:lnTo>
                  <a:pt x="7147" y="3772"/>
                </a:lnTo>
                <a:lnTo>
                  <a:pt x="7083" y="3742"/>
                </a:lnTo>
                <a:lnTo>
                  <a:pt x="7194" y="3663"/>
                </a:lnTo>
                <a:lnTo>
                  <a:pt x="7243" y="3708"/>
                </a:lnTo>
                <a:lnTo>
                  <a:pt x="7373" y="3540"/>
                </a:lnTo>
                <a:lnTo>
                  <a:pt x="7343" y="3469"/>
                </a:lnTo>
                <a:lnTo>
                  <a:pt x="7359" y="3390"/>
                </a:lnTo>
                <a:lnTo>
                  <a:pt x="7225" y="3348"/>
                </a:lnTo>
                <a:lnTo>
                  <a:pt x="7248" y="3272"/>
                </a:lnTo>
                <a:lnTo>
                  <a:pt x="7194" y="3185"/>
                </a:lnTo>
                <a:lnTo>
                  <a:pt x="7018" y="3084"/>
                </a:lnTo>
                <a:lnTo>
                  <a:pt x="6920" y="3018"/>
                </a:lnTo>
                <a:lnTo>
                  <a:pt x="6651" y="2932"/>
                </a:lnTo>
                <a:lnTo>
                  <a:pt x="6471" y="2858"/>
                </a:lnTo>
                <a:lnTo>
                  <a:pt x="6365" y="2767"/>
                </a:lnTo>
                <a:lnTo>
                  <a:pt x="6322" y="2633"/>
                </a:lnTo>
                <a:lnTo>
                  <a:pt x="6258" y="2589"/>
                </a:lnTo>
                <a:lnTo>
                  <a:pt x="5902" y="2644"/>
                </a:lnTo>
                <a:lnTo>
                  <a:pt x="5730" y="2690"/>
                </a:lnTo>
                <a:lnTo>
                  <a:pt x="5600" y="2791"/>
                </a:lnTo>
                <a:lnTo>
                  <a:pt x="5585" y="2872"/>
                </a:lnTo>
                <a:lnTo>
                  <a:pt x="5691" y="2966"/>
                </a:lnTo>
                <a:lnTo>
                  <a:pt x="5577" y="3027"/>
                </a:lnTo>
                <a:lnTo>
                  <a:pt x="5338" y="3126"/>
                </a:lnTo>
                <a:lnTo>
                  <a:pt x="5142" y="3229"/>
                </a:lnTo>
                <a:lnTo>
                  <a:pt x="4991" y="3291"/>
                </a:lnTo>
                <a:lnTo>
                  <a:pt x="4964" y="3372"/>
                </a:lnTo>
                <a:lnTo>
                  <a:pt x="5065" y="3377"/>
                </a:lnTo>
                <a:lnTo>
                  <a:pt x="5020" y="3469"/>
                </a:lnTo>
                <a:lnTo>
                  <a:pt x="5148" y="3466"/>
                </a:lnTo>
                <a:lnTo>
                  <a:pt x="5398" y="3417"/>
                </a:lnTo>
                <a:lnTo>
                  <a:pt x="5413" y="3476"/>
                </a:lnTo>
                <a:lnTo>
                  <a:pt x="5575" y="3488"/>
                </a:lnTo>
                <a:lnTo>
                  <a:pt x="5681" y="3402"/>
                </a:lnTo>
                <a:lnTo>
                  <a:pt x="5809" y="3330"/>
                </a:lnTo>
                <a:lnTo>
                  <a:pt x="6023" y="3321"/>
                </a:lnTo>
                <a:lnTo>
                  <a:pt x="6132" y="3404"/>
                </a:lnTo>
                <a:lnTo>
                  <a:pt x="6245" y="3464"/>
                </a:lnTo>
                <a:lnTo>
                  <a:pt x="6349" y="3432"/>
                </a:lnTo>
                <a:lnTo>
                  <a:pt x="6457" y="3459"/>
                </a:lnTo>
                <a:lnTo>
                  <a:pt x="6489" y="3540"/>
                </a:lnTo>
                <a:lnTo>
                  <a:pt x="6398" y="3636"/>
                </a:lnTo>
                <a:lnTo>
                  <a:pt x="6326" y="3661"/>
                </a:lnTo>
                <a:lnTo>
                  <a:pt x="6296" y="3634"/>
                </a:lnTo>
                <a:lnTo>
                  <a:pt x="6132" y="3550"/>
                </a:lnTo>
                <a:lnTo>
                  <a:pt x="6040" y="3525"/>
                </a:lnTo>
                <a:lnTo>
                  <a:pt x="5949" y="3520"/>
                </a:lnTo>
                <a:lnTo>
                  <a:pt x="5794" y="3590"/>
                </a:lnTo>
                <a:lnTo>
                  <a:pt x="5636" y="3622"/>
                </a:lnTo>
                <a:lnTo>
                  <a:pt x="5570" y="3702"/>
                </a:lnTo>
                <a:lnTo>
                  <a:pt x="5476" y="3767"/>
                </a:lnTo>
                <a:lnTo>
                  <a:pt x="5493" y="3863"/>
                </a:lnTo>
                <a:lnTo>
                  <a:pt x="5540" y="3959"/>
                </a:lnTo>
                <a:lnTo>
                  <a:pt x="5543" y="4074"/>
                </a:lnTo>
                <a:lnTo>
                  <a:pt x="5464" y="4173"/>
                </a:lnTo>
                <a:lnTo>
                  <a:pt x="5376" y="4131"/>
                </a:lnTo>
                <a:lnTo>
                  <a:pt x="5376" y="4063"/>
                </a:lnTo>
                <a:lnTo>
                  <a:pt x="5410" y="3981"/>
                </a:lnTo>
                <a:lnTo>
                  <a:pt x="5397" y="3904"/>
                </a:lnTo>
                <a:lnTo>
                  <a:pt x="5365" y="3835"/>
                </a:lnTo>
                <a:lnTo>
                  <a:pt x="5270" y="3872"/>
                </a:lnTo>
                <a:lnTo>
                  <a:pt x="5208" y="3936"/>
                </a:lnTo>
                <a:lnTo>
                  <a:pt x="5223" y="3954"/>
                </a:lnTo>
                <a:lnTo>
                  <a:pt x="5132" y="3981"/>
                </a:lnTo>
                <a:lnTo>
                  <a:pt x="5013" y="4013"/>
                </a:lnTo>
                <a:lnTo>
                  <a:pt x="5018" y="3957"/>
                </a:lnTo>
                <a:lnTo>
                  <a:pt x="5146" y="3858"/>
                </a:lnTo>
                <a:lnTo>
                  <a:pt x="5105" y="3809"/>
                </a:lnTo>
                <a:lnTo>
                  <a:pt x="5015" y="3809"/>
                </a:lnTo>
                <a:lnTo>
                  <a:pt x="4898" y="3850"/>
                </a:lnTo>
                <a:lnTo>
                  <a:pt x="4767" y="3914"/>
                </a:lnTo>
                <a:lnTo>
                  <a:pt x="4742" y="3829"/>
                </a:lnTo>
                <a:lnTo>
                  <a:pt x="4680" y="3838"/>
                </a:lnTo>
                <a:lnTo>
                  <a:pt x="4701" y="3764"/>
                </a:lnTo>
                <a:lnTo>
                  <a:pt x="4740" y="3744"/>
                </a:lnTo>
                <a:lnTo>
                  <a:pt x="4787" y="3659"/>
                </a:lnTo>
                <a:lnTo>
                  <a:pt x="4769" y="3584"/>
                </a:lnTo>
                <a:lnTo>
                  <a:pt x="4742" y="3489"/>
                </a:lnTo>
                <a:lnTo>
                  <a:pt x="4720" y="3452"/>
                </a:lnTo>
                <a:lnTo>
                  <a:pt x="4781" y="3400"/>
                </a:lnTo>
                <a:lnTo>
                  <a:pt x="4875" y="3299"/>
                </a:lnTo>
                <a:lnTo>
                  <a:pt x="4853" y="3269"/>
                </a:lnTo>
                <a:lnTo>
                  <a:pt x="4861" y="3202"/>
                </a:lnTo>
                <a:lnTo>
                  <a:pt x="4914" y="3188"/>
                </a:lnTo>
                <a:lnTo>
                  <a:pt x="4983" y="3104"/>
                </a:lnTo>
                <a:lnTo>
                  <a:pt x="5040" y="3089"/>
                </a:lnTo>
                <a:lnTo>
                  <a:pt x="5121" y="3050"/>
                </a:lnTo>
                <a:lnTo>
                  <a:pt x="5200" y="3074"/>
                </a:lnTo>
                <a:lnTo>
                  <a:pt x="5173" y="3099"/>
                </a:lnTo>
                <a:lnTo>
                  <a:pt x="5220" y="3102"/>
                </a:lnTo>
                <a:lnTo>
                  <a:pt x="5262" y="3059"/>
                </a:lnTo>
                <a:lnTo>
                  <a:pt x="5307" y="3040"/>
                </a:lnTo>
                <a:lnTo>
                  <a:pt x="5344" y="3050"/>
                </a:lnTo>
                <a:lnTo>
                  <a:pt x="5420" y="3035"/>
                </a:lnTo>
                <a:lnTo>
                  <a:pt x="5407" y="2990"/>
                </a:lnTo>
                <a:lnTo>
                  <a:pt x="5378" y="2974"/>
                </a:lnTo>
                <a:lnTo>
                  <a:pt x="5402" y="2917"/>
                </a:lnTo>
                <a:lnTo>
                  <a:pt x="5368" y="2907"/>
                </a:lnTo>
                <a:lnTo>
                  <a:pt x="5334" y="2905"/>
                </a:lnTo>
                <a:lnTo>
                  <a:pt x="5186" y="2941"/>
                </a:lnTo>
                <a:lnTo>
                  <a:pt x="5090" y="2990"/>
                </a:lnTo>
                <a:lnTo>
                  <a:pt x="5008" y="3013"/>
                </a:lnTo>
                <a:lnTo>
                  <a:pt x="4946" y="3045"/>
                </a:lnTo>
                <a:lnTo>
                  <a:pt x="4903" y="3015"/>
                </a:lnTo>
                <a:lnTo>
                  <a:pt x="4942" y="2993"/>
                </a:lnTo>
                <a:lnTo>
                  <a:pt x="4971" y="2934"/>
                </a:lnTo>
                <a:lnTo>
                  <a:pt x="4949" y="2927"/>
                </a:lnTo>
                <a:lnTo>
                  <a:pt x="4991" y="2865"/>
                </a:lnTo>
                <a:lnTo>
                  <a:pt x="4998" y="2781"/>
                </a:lnTo>
                <a:lnTo>
                  <a:pt x="4845" y="2769"/>
                </a:lnTo>
                <a:lnTo>
                  <a:pt x="4834" y="2740"/>
                </a:lnTo>
                <a:lnTo>
                  <a:pt x="4851" y="2688"/>
                </a:lnTo>
                <a:lnTo>
                  <a:pt x="4875" y="2631"/>
                </a:lnTo>
                <a:lnTo>
                  <a:pt x="4787" y="2638"/>
                </a:lnTo>
                <a:lnTo>
                  <a:pt x="4831" y="2491"/>
                </a:lnTo>
                <a:lnTo>
                  <a:pt x="4944" y="2409"/>
                </a:lnTo>
                <a:lnTo>
                  <a:pt x="4786" y="2469"/>
                </a:lnTo>
                <a:lnTo>
                  <a:pt x="4929" y="2336"/>
                </a:lnTo>
                <a:lnTo>
                  <a:pt x="4993" y="2249"/>
                </a:lnTo>
                <a:lnTo>
                  <a:pt x="4902" y="2281"/>
                </a:lnTo>
                <a:lnTo>
                  <a:pt x="4750" y="2407"/>
                </a:lnTo>
                <a:lnTo>
                  <a:pt x="4641" y="2483"/>
                </a:lnTo>
                <a:lnTo>
                  <a:pt x="4449" y="2606"/>
                </a:lnTo>
                <a:lnTo>
                  <a:pt x="4235" y="2680"/>
                </a:lnTo>
                <a:lnTo>
                  <a:pt x="4207" y="2666"/>
                </a:lnTo>
                <a:lnTo>
                  <a:pt x="4329" y="2533"/>
                </a:lnTo>
                <a:lnTo>
                  <a:pt x="4387" y="2469"/>
                </a:lnTo>
                <a:lnTo>
                  <a:pt x="4488" y="2377"/>
                </a:lnTo>
                <a:lnTo>
                  <a:pt x="4595" y="2272"/>
                </a:lnTo>
                <a:lnTo>
                  <a:pt x="4715" y="2171"/>
                </a:lnTo>
                <a:lnTo>
                  <a:pt x="4764" y="2094"/>
                </a:lnTo>
                <a:lnTo>
                  <a:pt x="4685" y="2141"/>
                </a:lnTo>
                <a:lnTo>
                  <a:pt x="4619" y="2168"/>
                </a:lnTo>
                <a:lnTo>
                  <a:pt x="4584" y="2187"/>
                </a:lnTo>
                <a:lnTo>
                  <a:pt x="4531" y="2217"/>
                </a:lnTo>
                <a:lnTo>
                  <a:pt x="4488" y="2239"/>
                </a:lnTo>
                <a:lnTo>
                  <a:pt x="4451" y="2251"/>
                </a:lnTo>
                <a:lnTo>
                  <a:pt x="4419" y="2264"/>
                </a:lnTo>
                <a:lnTo>
                  <a:pt x="4422" y="2251"/>
                </a:lnTo>
                <a:lnTo>
                  <a:pt x="4370" y="2276"/>
                </a:lnTo>
                <a:lnTo>
                  <a:pt x="4313" y="2315"/>
                </a:lnTo>
                <a:lnTo>
                  <a:pt x="4264" y="2357"/>
                </a:lnTo>
                <a:lnTo>
                  <a:pt x="4200" y="2397"/>
                </a:lnTo>
                <a:lnTo>
                  <a:pt x="4144" y="2427"/>
                </a:lnTo>
                <a:lnTo>
                  <a:pt x="4106" y="2464"/>
                </a:lnTo>
                <a:lnTo>
                  <a:pt x="4045" y="2517"/>
                </a:lnTo>
                <a:lnTo>
                  <a:pt x="4030" y="2535"/>
                </a:lnTo>
                <a:lnTo>
                  <a:pt x="3932" y="2623"/>
                </a:lnTo>
                <a:lnTo>
                  <a:pt x="3855" y="2681"/>
                </a:lnTo>
                <a:lnTo>
                  <a:pt x="3792" y="2734"/>
                </a:lnTo>
                <a:lnTo>
                  <a:pt x="3740" y="2782"/>
                </a:lnTo>
                <a:lnTo>
                  <a:pt x="3742" y="2793"/>
                </a:lnTo>
                <a:lnTo>
                  <a:pt x="3720" y="2825"/>
                </a:lnTo>
                <a:lnTo>
                  <a:pt x="3638" y="2910"/>
                </a:lnTo>
                <a:lnTo>
                  <a:pt x="3537" y="3023"/>
                </a:lnTo>
                <a:lnTo>
                  <a:pt x="3553" y="3038"/>
                </a:lnTo>
                <a:lnTo>
                  <a:pt x="3515" y="3094"/>
                </a:lnTo>
                <a:lnTo>
                  <a:pt x="3564" y="3072"/>
                </a:lnTo>
                <a:lnTo>
                  <a:pt x="3565" y="3097"/>
                </a:lnTo>
                <a:lnTo>
                  <a:pt x="3653" y="3027"/>
                </a:lnTo>
                <a:lnTo>
                  <a:pt x="3708" y="3013"/>
                </a:lnTo>
                <a:lnTo>
                  <a:pt x="3723" y="3035"/>
                </a:lnTo>
                <a:lnTo>
                  <a:pt x="3754" y="3023"/>
                </a:lnTo>
                <a:lnTo>
                  <a:pt x="3690" y="3124"/>
                </a:lnTo>
                <a:lnTo>
                  <a:pt x="3702" y="3168"/>
                </a:lnTo>
                <a:lnTo>
                  <a:pt x="3771" y="3129"/>
                </a:lnTo>
                <a:lnTo>
                  <a:pt x="3831" y="3106"/>
                </a:lnTo>
                <a:lnTo>
                  <a:pt x="3781" y="3213"/>
                </a:lnTo>
                <a:lnTo>
                  <a:pt x="3638" y="3404"/>
                </a:lnTo>
                <a:lnTo>
                  <a:pt x="3656" y="3451"/>
                </a:lnTo>
                <a:lnTo>
                  <a:pt x="3643" y="3483"/>
                </a:lnTo>
                <a:lnTo>
                  <a:pt x="3670" y="3506"/>
                </a:lnTo>
                <a:lnTo>
                  <a:pt x="3665" y="3538"/>
                </a:lnTo>
                <a:lnTo>
                  <a:pt x="3585" y="3631"/>
                </a:lnTo>
                <a:lnTo>
                  <a:pt x="3547" y="3683"/>
                </a:lnTo>
                <a:lnTo>
                  <a:pt x="3414" y="3777"/>
                </a:lnTo>
                <a:lnTo>
                  <a:pt x="3313" y="3878"/>
                </a:lnTo>
                <a:lnTo>
                  <a:pt x="3195" y="4011"/>
                </a:lnTo>
                <a:lnTo>
                  <a:pt x="3109" y="4117"/>
                </a:lnTo>
                <a:lnTo>
                  <a:pt x="3070" y="4193"/>
                </a:lnTo>
                <a:lnTo>
                  <a:pt x="3006" y="4265"/>
                </a:lnTo>
                <a:lnTo>
                  <a:pt x="2961" y="4343"/>
                </a:lnTo>
                <a:lnTo>
                  <a:pt x="2899" y="4405"/>
                </a:lnTo>
                <a:lnTo>
                  <a:pt x="2868" y="4456"/>
                </a:lnTo>
                <a:lnTo>
                  <a:pt x="2799" y="4526"/>
                </a:lnTo>
                <a:lnTo>
                  <a:pt x="2719" y="4614"/>
                </a:lnTo>
                <a:lnTo>
                  <a:pt x="2702" y="4609"/>
                </a:lnTo>
                <a:lnTo>
                  <a:pt x="2650" y="4634"/>
                </a:lnTo>
                <a:lnTo>
                  <a:pt x="2614" y="4659"/>
                </a:lnTo>
                <a:lnTo>
                  <a:pt x="2609" y="4695"/>
                </a:lnTo>
                <a:lnTo>
                  <a:pt x="2687" y="4676"/>
                </a:lnTo>
                <a:lnTo>
                  <a:pt x="2680" y="4713"/>
                </a:lnTo>
                <a:lnTo>
                  <a:pt x="2735" y="4681"/>
                </a:lnTo>
                <a:lnTo>
                  <a:pt x="2803" y="4579"/>
                </a:lnTo>
                <a:lnTo>
                  <a:pt x="2865" y="4568"/>
                </a:lnTo>
                <a:lnTo>
                  <a:pt x="2818" y="4668"/>
                </a:lnTo>
                <a:lnTo>
                  <a:pt x="2747" y="4762"/>
                </a:lnTo>
                <a:lnTo>
                  <a:pt x="2784" y="4750"/>
                </a:lnTo>
                <a:lnTo>
                  <a:pt x="2808" y="4723"/>
                </a:lnTo>
                <a:lnTo>
                  <a:pt x="2897" y="4595"/>
                </a:lnTo>
                <a:lnTo>
                  <a:pt x="2956" y="4499"/>
                </a:lnTo>
                <a:lnTo>
                  <a:pt x="3030" y="4385"/>
                </a:lnTo>
                <a:lnTo>
                  <a:pt x="3043" y="4397"/>
                </a:lnTo>
                <a:lnTo>
                  <a:pt x="3079" y="4356"/>
                </a:lnTo>
                <a:lnTo>
                  <a:pt x="3106" y="4281"/>
                </a:lnTo>
                <a:lnTo>
                  <a:pt x="3245" y="4116"/>
                </a:lnTo>
                <a:lnTo>
                  <a:pt x="3365" y="4010"/>
                </a:lnTo>
                <a:lnTo>
                  <a:pt x="3466" y="3888"/>
                </a:lnTo>
                <a:lnTo>
                  <a:pt x="3542" y="3826"/>
                </a:lnTo>
                <a:lnTo>
                  <a:pt x="3574" y="3818"/>
                </a:lnTo>
                <a:lnTo>
                  <a:pt x="3638" y="3781"/>
                </a:lnTo>
                <a:lnTo>
                  <a:pt x="3651" y="3829"/>
                </a:lnTo>
                <a:lnTo>
                  <a:pt x="3604" y="3910"/>
                </a:lnTo>
                <a:lnTo>
                  <a:pt x="3601" y="3897"/>
                </a:lnTo>
                <a:lnTo>
                  <a:pt x="3599" y="3895"/>
                </a:lnTo>
                <a:lnTo>
                  <a:pt x="3555" y="3915"/>
                </a:lnTo>
                <a:lnTo>
                  <a:pt x="3501" y="3964"/>
                </a:lnTo>
                <a:lnTo>
                  <a:pt x="3547" y="3962"/>
                </a:lnTo>
                <a:lnTo>
                  <a:pt x="3503" y="4031"/>
                </a:lnTo>
                <a:lnTo>
                  <a:pt x="3459" y="4057"/>
                </a:lnTo>
                <a:lnTo>
                  <a:pt x="3390" y="4129"/>
                </a:lnTo>
                <a:lnTo>
                  <a:pt x="3387" y="4116"/>
                </a:lnTo>
                <a:lnTo>
                  <a:pt x="3267" y="4247"/>
                </a:lnTo>
                <a:lnTo>
                  <a:pt x="3200" y="4356"/>
                </a:lnTo>
                <a:lnTo>
                  <a:pt x="3138" y="4439"/>
                </a:lnTo>
                <a:lnTo>
                  <a:pt x="3065" y="4557"/>
                </a:lnTo>
                <a:lnTo>
                  <a:pt x="3028" y="4616"/>
                </a:lnTo>
                <a:lnTo>
                  <a:pt x="2981" y="4669"/>
                </a:lnTo>
                <a:lnTo>
                  <a:pt x="2966" y="4695"/>
                </a:lnTo>
                <a:lnTo>
                  <a:pt x="2942" y="4725"/>
                </a:lnTo>
                <a:lnTo>
                  <a:pt x="2907" y="4737"/>
                </a:lnTo>
                <a:lnTo>
                  <a:pt x="2826" y="4786"/>
                </a:lnTo>
                <a:lnTo>
                  <a:pt x="2767" y="4834"/>
                </a:lnTo>
                <a:lnTo>
                  <a:pt x="2713" y="4920"/>
                </a:lnTo>
                <a:lnTo>
                  <a:pt x="2687" y="4940"/>
                </a:lnTo>
                <a:lnTo>
                  <a:pt x="2675" y="4964"/>
                </a:lnTo>
                <a:lnTo>
                  <a:pt x="2639" y="4996"/>
                </a:lnTo>
                <a:lnTo>
                  <a:pt x="2560" y="5099"/>
                </a:lnTo>
                <a:lnTo>
                  <a:pt x="2498" y="5181"/>
                </a:lnTo>
                <a:lnTo>
                  <a:pt x="2419" y="5260"/>
                </a:lnTo>
                <a:lnTo>
                  <a:pt x="2321" y="5373"/>
                </a:lnTo>
                <a:lnTo>
                  <a:pt x="2256" y="5503"/>
                </a:lnTo>
                <a:lnTo>
                  <a:pt x="2244" y="5572"/>
                </a:lnTo>
                <a:lnTo>
                  <a:pt x="2350" y="5447"/>
                </a:lnTo>
                <a:lnTo>
                  <a:pt x="2350" y="5503"/>
                </a:lnTo>
                <a:lnTo>
                  <a:pt x="2414" y="5424"/>
                </a:lnTo>
                <a:lnTo>
                  <a:pt x="2368" y="5545"/>
                </a:lnTo>
                <a:lnTo>
                  <a:pt x="2432" y="5489"/>
                </a:lnTo>
                <a:lnTo>
                  <a:pt x="2474" y="5410"/>
                </a:lnTo>
                <a:lnTo>
                  <a:pt x="2537" y="5311"/>
                </a:lnTo>
                <a:lnTo>
                  <a:pt x="2557" y="5329"/>
                </a:lnTo>
                <a:lnTo>
                  <a:pt x="2621" y="5235"/>
                </a:lnTo>
                <a:lnTo>
                  <a:pt x="2697" y="5158"/>
                </a:lnTo>
                <a:lnTo>
                  <a:pt x="2719" y="5156"/>
                </a:lnTo>
                <a:lnTo>
                  <a:pt x="2648" y="5257"/>
                </a:lnTo>
                <a:lnTo>
                  <a:pt x="2639" y="5312"/>
                </a:lnTo>
                <a:lnTo>
                  <a:pt x="2651" y="5350"/>
                </a:lnTo>
                <a:lnTo>
                  <a:pt x="2730" y="5228"/>
                </a:lnTo>
                <a:lnTo>
                  <a:pt x="2744" y="5326"/>
                </a:lnTo>
                <a:lnTo>
                  <a:pt x="2727" y="5387"/>
                </a:lnTo>
                <a:lnTo>
                  <a:pt x="2717" y="5450"/>
                </a:lnTo>
                <a:lnTo>
                  <a:pt x="2692" y="5469"/>
                </a:lnTo>
                <a:lnTo>
                  <a:pt x="2633" y="5545"/>
                </a:lnTo>
                <a:lnTo>
                  <a:pt x="2692" y="5577"/>
                </a:lnTo>
                <a:lnTo>
                  <a:pt x="2725" y="5590"/>
                </a:lnTo>
                <a:lnTo>
                  <a:pt x="2727" y="5705"/>
                </a:lnTo>
                <a:lnTo>
                  <a:pt x="2757" y="5698"/>
                </a:lnTo>
                <a:lnTo>
                  <a:pt x="2801" y="5580"/>
                </a:lnTo>
                <a:lnTo>
                  <a:pt x="2848" y="5531"/>
                </a:lnTo>
                <a:lnTo>
                  <a:pt x="2922" y="5445"/>
                </a:lnTo>
                <a:lnTo>
                  <a:pt x="3011" y="5413"/>
                </a:lnTo>
                <a:lnTo>
                  <a:pt x="3064" y="5425"/>
                </a:lnTo>
                <a:lnTo>
                  <a:pt x="3220" y="5339"/>
                </a:lnTo>
                <a:lnTo>
                  <a:pt x="3207" y="5378"/>
                </a:lnTo>
                <a:lnTo>
                  <a:pt x="3235" y="5403"/>
                </a:lnTo>
                <a:lnTo>
                  <a:pt x="3269" y="5376"/>
                </a:lnTo>
                <a:lnTo>
                  <a:pt x="3368" y="5380"/>
                </a:lnTo>
                <a:lnTo>
                  <a:pt x="3444" y="5363"/>
                </a:lnTo>
                <a:lnTo>
                  <a:pt x="3463" y="5437"/>
                </a:lnTo>
                <a:lnTo>
                  <a:pt x="3412" y="5477"/>
                </a:lnTo>
                <a:lnTo>
                  <a:pt x="3387" y="5646"/>
                </a:lnTo>
                <a:lnTo>
                  <a:pt x="3358" y="5695"/>
                </a:lnTo>
                <a:lnTo>
                  <a:pt x="3308" y="5639"/>
                </a:lnTo>
                <a:lnTo>
                  <a:pt x="3281" y="5641"/>
                </a:lnTo>
                <a:lnTo>
                  <a:pt x="3249" y="5772"/>
                </a:lnTo>
                <a:lnTo>
                  <a:pt x="3186" y="5797"/>
                </a:lnTo>
                <a:lnTo>
                  <a:pt x="3163" y="5871"/>
                </a:lnTo>
                <a:lnTo>
                  <a:pt x="3254" y="5940"/>
                </a:lnTo>
                <a:lnTo>
                  <a:pt x="3293" y="6025"/>
                </a:lnTo>
                <a:lnTo>
                  <a:pt x="3341" y="6006"/>
                </a:lnTo>
                <a:lnTo>
                  <a:pt x="3319" y="5917"/>
                </a:lnTo>
                <a:lnTo>
                  <a:pt x="3346" y="5848"/>
                </a:lnTo>
                <a:lnTo>
                  <a:pt x="3429" y="5779"/>
                </a:lnTo>
                <a:lnTo>
                  <a:pt x="3489" y="5821"/>
                </a:lnTo>
                <a:lnTo>
                  <a:pt x="3510" y="5900"/>
                </a:lnTo>
                <a:lnTo>
                  <a:pt x="3565" y="5927"/>
                </a:lnTo>
                <a:lnTo>
                  <a:pt x="3589" y="5991"/>
                </a:lnTo>
                <a:lnTo>
                  <a:pt x="3629" y="6053"/>
                </a:lnTo>
                <a:lnTo>
                  <a:pt x="3599" y="6078"/>
                </a:lnTo>
                <a:lnTo>
                  <a:pt x="3516" y="5989"/>
                </a:lnTo>
                <a:lnTo>
                  <a:pt x="3473" y="6082"/>
                </a:lnTo>
                <a:lnTo>
                  <a:pt x="3346" y="6094"/>
                </a:lnTo>
                <a:lnTo>
                  <a:pt x="3314" y="6043"/>
                </a:lnTo>
                <a:lnTo>
                  <a:pt x="3250" y="6184"/>
                </a:lnTo>
                <a:lnTo>
                  <a:pt x="3224" y="6333"/>
                </a:lnTo>
                <a:lnTo>
                  <a:pt x="3143" y="6546"/>
                </a:lnTo>
                <a:lnTo>
                  <a:pt x="3114" y="6617"/>
                </a:lnTo>
                <a:lnTo>
                  <a:pt x="3112" y="6683"/>
                </a:lnTo>
                <a:lnTo>
                  <a:pt x="3082" y="6780"/>
                </a:lnTo>
                <a:lnTo>
                  <a:pt x="3005" y="6883"/>
                </a:lnTo>
                <a:lnTo>
                  <a:pt x="2949" y="6918"/>
                </a:lnTo>
                <a:lnTo>
                  <a:pt x="2853" y="6863"/>
                </a:lnTo>
                <a:lnTo>
                  <a:pt x="2843" y="6769"/>
                </a:lnTo>
                <a:lnTo>
                  <a:pt x="2799" y="6671"/>
                </a:lnTo>
                <a:lnTo>
                  <a:pt x="2820" y="6484"/>
                </a:lnTo>
                <a:lnTo>
                  <a:pt x="2880" y="6237"/>
                </a:lnTo>
                <a:lnTo>
                  <a:pt x="2860" y="6075"/>
                </a:lnTo>
                <a:lnTo>
                  <a:pt x="2816" y="5989"/>
                </a:lnTo>
                <a:lnTo>
                  <a:pt x="2732" y="5935"/>
                </a:lnTo>
                <a:lnTo>
                  <a:pt x="2747" y="5732"/>
                </a:lnTo>
                <a:lnTo>
                  <a:pt x="2655" y="5764"/>
                </a:lnTo>
                <a:lnTo>
                  <a:pt x="2658" y="5612"/>
                </a:lnTo>
                <a:lnTo>
                  <a:pt x="2552" y="5592"/>
                </a:lnTo>
                <a:lnTo>
                  <a:pt x="2490" y="5703"/>
                </a:lnTo>
                <a:lnTo>
                  <a:pt x="2402" y="5730"/>
                </a:lnTo>
                <a:lnTo>
                  <a:pt x="2333" y="5861"/>
                </a:lnTo>
                <a:lnTo>
                  <a:pt x="2217" y="6026"/>
                </a:lnTo>
                <a:lnTo>
                  <a:pt x="2214" y="6141"/>
                </a:lnTo>
                <a:lnTo>
                  <a:pt x="2151" y="6301"/>
                </a:lnTo>
                <a:lnTo>
                  <a:pt x="2165" y="6361"/>
                </a:lnTo>
                <a:lnTo>
                  <a:pt x="2212" y="6341"/>
                </a:lnTo>
                <a:lnTo>
                  <a:pt x="2212" y="6460"/>
                </a:lnTo>
                <a:lnTo>
                  <a:pt x="2156" y="6605"/>
                </a:lnTo>
                <a:lnTo>
                  <a:pt x="2182" y="6755"/>
                </a:lnTo>
                <a:lnTo>
                  <a:pt x="2254" y="6763"/>
                </a:lnTo>
                <a:lnTo>
                  <a:pt x="2239" y="6880"/>
                </a:lnTo>
                <a:lnTo>
                  <a:pt x="2257" y="6933"/>
                </a:lnTo>
                <a:lnTo>
                  <a:pt x="2210" y="6937"/>
                </a:lnTo>
                <a:lnTo>
                  <a:pt x="2166" y="7028"/>
                </a:lnTo>
                <a:lnTo>
                  <a:pt x="2118" y="7050"/>
                </a:lnTo>
                <a:lnTo>
                  <a:pt x="2038" y="7149"/>
                </a:lnTo>
                <a:lnTo>
                  <a:pt x="2033" y="7151"/>
                </a:lnTo>
                <a:lnTo>
                  <a:pt x="1953" y="7179"/>
                </a:lnTo>
                <a:lnTo>
                  <a:pt x="1863" y="7235"/>
                </a:lnTo>
                <a:lnTo>
                  <a:pt x="1862" y="7233"/>
                </a:lnTo>
                <a:lnTo>
                  <a:pt x="1835" y="7247"/>
                </a:lnTo>
                <a:lnTo>
                  <a:pt x="1756" y="7312"/>
                </a:lnTo>
                <a:lnTo>
                  <a:pt x="1707" y="7337"/>
                </a:lnTo>
                <a:lnTo>
                  <a:pt x="1702" y="7353"/>
                </a:lnTo>
                <a:lnTo>
                  <a:pt x="1666" y="7359"/>
                </a:lnTo>
                <a:lnTo>
                  <a:pt x="1636" y="7332"/>
                </a:lnTo>
                <a:lnTo>
                  <a:pt x="1634" y="7236"/>
                </a:lnTo>
                <a:lnTo>
                  <a:pt x="1651" y="7119"/>
                </a:lnTo>
                <a:lnTo>
                  <a:pt x="1619" y="7130"/>
                </a:lnTo>
                <a:lnTo>
                  <a:pt x="1665" y="7041"/>
                </a:lnTo>
                <a:lnTo>
                  <a:pt x="1675" y="6947"/>
                </a:lnTo>
                <a:lnTo>
                  <a:pt x="1665" y="6856"/>
                </a:lnTo>
                <a:lnTo>
                  <a:pt x="1638" y="6843"/>
                </a:lnTo>
                <a:lnTo>
                  <a:pt x="1609" y="6790"/>
                </a:lnTo>
                <a:lnTo>
                  <a:pt x="1626" y="6720"/>
                </a:lnTo>
                <a:lnTo>
                  <a:pt x="1660" y="6573"/>
                </a:lnTo>
                <a:lnTo>
                  <a:pt x="1693" y="6435"/>
                </a:lnTo>
                <a:lnTo>
                  <a:pt x="1707" y="6287"/>
                </a:lnTo>
                <a:lnTo>
                  <a:pt x="1744" y="6225"/>
                </a:lnTo>
                <a:lnTo>
                  <a:pt x="1771" y="6100"/>
                </a:lnTo>
                <a:lnTo>
                  <a:pt x="1793" y="6048"/>
                </a:lnTo>
                <a:lnTo>
                  <a:pt x="1799" y="6006"/>
                </a:lnTo>
                <a:lnTo>
                  <a:pt x="1852" y="5922"/>
                </a:lnTo>
                <a:lnTo>
                  <a:pt x="1900" y="5750"/>
                </a:lnTo>
                <a:lnTo>
                  <a:pt x="1904" y="5688"/>
                </a:lnTo>
                <a:lnTo>
                  <a:pt x="1875" y="5656"/>
                </a:lnTo>
                <a:lnTo>
                  <a:pt x="1836" y="5669"/>
                </a:lnTo>
                <a:lnTo>
                  <a:pt x="1757" y="5772"/>
                </a:lnTo>
                <a:lnTo>
                  <a:pt x="1727" y="5765"/>
                </a:lnTo>
                <a:lnTo>
                  <a:pt x="1719" y="5737"/>
                </a:lnTo>
                <a:lnTo>
                  <a:pt x="1798" y="5567"/>
                </a:lnTo>
                <a:lnTo>
                  <a:pt x="1887" y="5370"/>
                </a:lnTo>
                <a:lnTo>
                  <a:pt x="1941" y="5252"/>
                </a:lnTo>
                <a:lnTo>
                  <a:pt x="2044" y="5116"/>
                </a:lnTo>
                <a:lnTo>
                  <a:pt x="2143" y="4930"/>
                </a:lnTo>
                <a:lnTo>
                  <a:pt x="2197" y="4826"/>
                </a:lnTo>
                <a:lnTo>
                  <a:pt x="2208" y="4789"/>
                </a:lnTo>
                <a:lnTo>
                  <a:pt x="2299" y="4634"/>
                </a:lnTo>
                <a:lnTo>
                  <a:pt x="2333" y="4580"/>
                </a:lnTo>
                <a:lnTo>
                  <a:pt x="2392" y="4513"/>
                </a:lnTo>
                <a:lnTo>
                  <a:pt x="2421" y="4457"/>
                </a:lnTo>
                <a:lnTo>
                  <a:pt x="2485" y="4392"/>
                </a:lnTo>
                <a:lnTo>
                  <a:pt x="2501" y="4417"/>
                </a:lnTo>
                <a:lnTo>
                  <a:pt x="2582" y="4358"/>
                </a:lnTo>
                <a:lnTo>
                  <a:pt x="2626" y="4302"/>
                </a:lnTo>
                <a:lnTo>
                  <a:pt x="2673" y="4267"/>
                </a:lnTo>
                <a:lnTo>
                  <a:pt x="2700" y="4277"/>
                </a:lnTo>
                <a:lnTo>
                  <a:pt x="2725" y="4255"/>
                </a:lnTo>
                <a:lnTo>
                  <a:pt x="2729" y="4200"/>
                </a:lnTo>
                <a:lnTo>
                  <a:pt x="2781" y="4163"/>
                </a:lnTo>
                <a:lnTo>
                  <a:pt x="2830" y="4084"/>
                </a:lnTo>
                <a:lnTo>
                  <a:pt x="2845" y="4006"/>
                </a:lnTo>
                <a:lnTo>
                  <a:pt x="2877" y="3944"/>
                </a:lnTo>
                <a:lnTo>
                  <a:pt x="2926" y="3887"/>
                </a:lnTo>
                <a:lnTo>
                  <a:pt x="2988" y="3782"/>
                </a:lnTo>
                <a:lnTo>
                  <a:pt x="3005" y="3720"/>
                </a:lnTo>
                <a:lnTo>
                  <a:pt x="3052" y="3661"/>
                </a:lnTo>
                <a:lnTo>
                  <a:pt x="3153" y="3508"/>
                </a:lnTo>
                <a:lnTo>
                  <a:pt x="3254" y="3362"/>
                </a:lnTo>
                <a:lnTo>
                  <a:pt x="3294" y="3291"/>
                </a:lnTo>
                <a:lnTo>
                  <a:pt x="3303" y="3261"/>
                </a:lnTo>
                <a:lnTo>
                  <a:pt x="3372" y="3173"/>
                </a:lnTo>
                <a:lnTo>
                  <a:pt x="3399" y="3121"/>
                </a:lnTo>
                <a:lnTo>
                  <a:pt x="3434" y="3080"/>
                </a:lnTo>
                <a:lnTo>
                  <a:pt x="3542" y="2971"/>
                </a:lnTo>
                <a:lnTo>
                  <a:pt x="3617" y="2890"/>
                </a:lnTo>
                <a:lnTo>
                  <a:pt x="3708" y="2809"/>
                </a:lnTo>
                <a:lnTo>
                  <a:pt x="3774" y="2745"/>
                </a:lnTo>
                <a:lnTo>
                  <a:pt x="3749" y="2756"/>
                </a:lnTo>
                <a:lnTo>
                  <a:pt x="3722" y="2764"/>
                </a:lnTo>
                <a:lnTo>
                  <a:pt x="3757" y="2725"/>
                </a:lnTo>
                <a:lnTo>
                  <a:pt x="3766" y="2697"/>
                </a:lnTo>
                <a:cubicBezTo>
                  <a:pt x="5653" y="1056"/>
                  <a:pt x="8109" y="54"/>
                  <a:pt x="10800" y="54"/>
                </a:cubicBezTo>
                <a:close/>
                <a:moveTo>
                  <a:pt x="9785" y="539"/>
                </a:moveTo>
                <a:lnTo>
                  <a:pt x="9607" y="567"/>
                </a:lnTo>
                <a:lnTo>
                  <a:pt x="9440" y="552"/>
                </a:lnTo>
                <a:lnTo>
                  <a:pt x="9315" y="581"/>
                </a:lnTo>
                <a:lnTo>
                  <a:pt x="9315" y="636"/>
                </a:lnTo>
                <a:lnTo>
                  <a:pt x="9319" y="683"/>
                </a:lnTo>
                <a:lnTo>
                  <a:pt x="9391" y="715"/>
                </a:lnTo>
                <a:lnTo>
                  <a:pt x="9300" y="788"/>
                </a:lnTo>
                <a:lnTo>
                  <a:pt x="9297" y="833"/>
                </a:lnTo>
                <a:lnTo>
                  <a:pt x="9336" y="874"/>
                </a:lnTo>
                <a:lnTo>
                  <a:pt x="9307" y="924"/>
                </a:lnTo>
                <a:lnTo>
                  <a:pt x="9216" y="966"/>
                </a:lnTo>
                <a:lnTo>
                  <a:pt x="9137" y="1008"/>
                </a:lnTo>
                <a:lnTo>
                  <a:pt x="9091" y="1025"/>
                </a:lnTo>
                <a:lnTo>
                  <a:pt x="8994" y="1114"/>
                </a:lnTo>
                <a:lnTo>
                  <a:pt x="8985" y="1207"/>
                </a:lnTo>
                <a:lnTo>
                  <a:pt x="8952" y="1254"/>
                </a:lnTo>
                <a:lnTo>
                  <a:pt x="8884" y="1281"/>
                </a:lnTo>
                <a:lnTo>
                  <a:pt x="8740" y="1374"/>
                </a:lnTo>
                <a:lnTo>
                  <a:pt x="8662" y="1490"/>
                </a:lnTo>
                <a:lnTo>
                  <a:pt x="8612" y="1611"/>
                </a:lnTo>
                <a:lnTo>
                  <a:pt x="8689" y="1577"/>
                </a:lnTo>
                <a:lnTo>
                  <a:pt x="8831" y="1512"/>
                </a:lnTo>
                <a:lnTo>
                  <a:pt x="8822" y="1571"/>
                </a:lnTo>
                <a:lnTo>
                  <a:pt x="8908" y="1604"/>
                </a:lnTo>
                <a:lnTo>
                  <a:pt x="8788" y="1599"/>
                </a:lnTo>
                <a:lnTo>
                  <a:pt x="8709" y="1597"/>
                </a:lnTo>
                <a:lnTo>
                  <a:pt x="8640" y="1656"/>
                </a:lnTo>
                <a:lnTo>
                  <a:pt x="8748" y="1692"/>
                </a:lnTo>
                <a:lnTo>
                  <a:pt x="8876" y="1695"/>
                </a:lnTo>
                <a:lnTo>
                  <a:pt x="8965" y="1678"/>
                </a:lnTo>
                <a:lnTo>
                  <a:pt x="8969" y="1707"/>
                </a:lnTo>
                <a:lnTo>
                  <a:pt x="8834" y="1729"/>
                </a:lnTo>
                <a:lnTo>
                  <a:pt x="8883" y="1756"/>
                </a:lnTo>
                <a:lnTo>
                  <a:pt x="9012" y="1767"/>
                </a:lnTo>
                <a:lnTo>
                  <a:pt x="8952" y="1801"/>
                </a:lnTo>
                <a:lnTo>
                  <a:pt x="8910" y="1843"/>
                </a:lnTo>
                <a:lnTo>
                  <a:pt x="8937" y="1874"/>
                </a:lnTo>
                <a:lnTo>
                  <a:pt x="9031" y="1872"/>
                </a:lnTo>
                <a:lnTo>
                  <a:pt x="8950" y="1927"/>
                </a:lnTo>
                <a:lnTo>
                  <a:pt x="9100" y="1953"/>
                </a:lnTo>
                <a:lnTo>
                  <a:pt x="9071" y="1981"/>
                </a:lnTo>
                <a:lnTo>
                  <a:pt x="9181" y="2033"/>
                </a:lnTo>
                <a:lnTo>
                  <a:pt x="9305" y="2032"/>
                </a:lnTo>
                <a:lnTo>
                  <a:pt x="9287" y="2086"/>
                </a:lnTo>
                <a:lnTo>
                  <a:pt x="9241" y="2119"/>
                </a:lnTo>
                <a:lnTo>
                  <a:pt x="9357" y="2141"/>
                </a:lnTo>
                <a:lnTo>
                  <a:pt x="9492" y="2222"/>
                </a:lnTo>
                <a:lnTo>
                  <a:pt x="9548" y="2283"/>
                </a:lnTo>
                <a:lnTo>
                  <a:pt x="9608" y="2355"/>
                </a:lnTo>
                <a:lnTo>
                  <a:pt x="9671" y="2325"/>
                </a:lnTo>
                <a:lnTo>
                  <a:pt x="9615" y="2385"/>
                </a:lnTo>
                <a:lnTo>
                  <a:pt x="9632" y="2410"/>
                </a:lnTo>
                <a:lnTo>
                  <a:pt x="9642" y="2522"/>
                </a:lnTo>
                <a:lnTo>
                  <a:pt x="9713" y="2543"/>
                </a:lnTo>
                <a:lnTo>
                  <a:pt x="9793" y="2517"/>
                </a:lnTo>
                <a:lnTo>
                  <a:pt x="9844" y="2424"/>
                </a:lnTo>
                <a:lnTo>
                  <a:pt x="9857" y="2362"/>
                </a:lnTo>
                <a:lnTo>
                  <a:pt x="9899" y="2424"/>
                </a:lnTo>
                <a:lnTo>
                  <a:pt x="9958" y="2446"/>
                </a:lnTo>
                <a:lnTo>
                  <a:pt x="9965" y="2397"/>
                </a:lnTo>
                <a:lnTo>
                  <a:pt x="10068" y="2397"/>
                </a:lnTo>
                <a:lnTo>
                  <a:pt x="10137" y="2355"/>
                </a:lnTo>
                <a:lnTo>
                  <a:pt x="10164" y="2367"/>
                </a:lnTo>
                <a:lnTo>
                  <a:pt x="10056" y="2426"/>
                </a:lnTo>
                <a:lnTo>
                  <a:pt x="9982" y="2469"/>
                </a:lnTo>
                <a:lnTo>
                  <a:pt x="9990" y="2523"/>
                </a:lnTo>
                <a:lnTo>
                  <a:pt x="10192" y="2537"/>
                </a:lnTo>
                <a:lnTo>
                  <a:pt x="10351" y="2491"/>
                </a:lnTo>
                <a:lnTo>
                  <a:pt x="10411" y="2461"/>
                </a:lnTo>
                <a:lnTo>
                  <a:pt x="10413" y="2414"/>
                </a:lnTo>
                <a:lnTo>
                  <a:pt x="10490" y="2400"/>
                </a:lnTo>
                <a:lnTo>
                  <a:pt x="10536" y="2320"/>
                </a:lnTo>
                <a:lnTo>
                  <a:pt x="10522" y="2272"/>
                </a:lnTo>
                <a:lnTo>
                  <a:pt x="10436" y="2224"/>
                </a:lnTo>
                <a:lnTo>
                  <a:pt x="10505" y="2251"/>
                </a:lnTo>
                <a:lnTo>
                  <a:pt x="10544" y="2252"/>
                </a:lnTo>
                <a:lnTo>
                  <a:pt x="10617" y="2286"/>
                </a:lnTo>
                <a:lnTo>
                  <a:pt x="10669" y="2217"/>
                </a:lnTo>
                <a:lnTo>
                  <a:pt x="10704" y="2251"/>
                </a:lnTo>
                <a:lnTo>
                  <a:pt x="10781" y="2246"/>
                </a:lnTo>
                <a:lnTo>
                  <a:pt x="10861" y="2227"/>
                </a:lnTo>
                <a:lnTo>
                  <a:pt x="10925" y="2198"/>
                </a:lnTo>
                <a:lnTo>
                  <a:pt x="10918" y="2146"/>
                </a:lnTo>
                <a:lnTo>
                  <a:pt x="10960" y="2136"/>
                </a:lnTo>
                <a:lnTo>
                  <a:pt x="11074" y="2067"/>
                </a:lnTo>
                <a:lnTo>
                  <a:pt x="11113" y="2027"/>
                </a:lnTo>
                <a:lnTo>
                  <a:pt x="11032" y="1981"/>
                </a:lnTo>
                <a:lnTo>
                  <a:pt x="11034" y="1976"/>
                </a:lnTo>
                <a:lnTo>
                  <a:pt x="11180" y="1991"/>
                </a:lnTo>
                <a:lnTo>
                  <a:pt x="11214" y="1981"/>
                </a:lnTo>
                <a:lnTo>
                  <a:pt x="11160" y="1951"/>
                </a:lnTo>
                <a:lnTo>
                  <a:pt x="11164" y="1912"/>
                </a:lnTo>
                <a:lnTo>
                  <a:pt x="11192" y="1905"/>
                </a:lnTo>
                <a:lnTo>
                  <a:pt x="11347" y="1875"/>
                </a:lnTo>
                <a:lnTo>
                  <a:pt x="11369" y="1836"/>
                </a:lnTo>
                <a:lnTo>
                  <a:pt x="11297" y="1783"/>
                </a:lnTo>
                <a:lnTo>
                  <a:pt x="11132" y="1739"/>
                </a:lnTo>
                <a:lnTo>
                  <a:pt x="11216" y="1741"/>
                </a:lnTo>
                <a:lnTo>
                  <a:pt x="11334" y="1724"/>
                </a:lnTo>
                <a:lnTo>
                  <a:pt x="11281" y="1653"/>
                </a:lnTo>
                <a:lnTo>
                  <a:pt x="11238" y="1616"/>
                </a:lnTo>
                <a:lnTo>
                  <a:pt x="11127" y="1614"/>
                </a:lnTo>
                <a:lnTo>
                  <a:pt x="11007" y="1611"/>
                </a:lnTo>
                <a:lnTo>
                  <a:pt x="10911" y="1601"/>
                </a:lnTo>
                <a:lnTo>
                  <a:pt x="10787" y="1545"/>
                </a:lnTo>
                <a:lnTo>
                  <a:pt x="10787" y="1505"/>
                </a:lnTo>
                <a:lnTo>
                  <a:pt x="10721" y="1470"/>
                </a:lnTo>
                <a:lnTo>
                  <a:pt x="10649" y="1375"/>
                </a:lnTo>
                <a:lnTo>
                  <a:pt x="10596" y="1316"/>
                </a:lnTo>
                <a:lnTo>
                  <a:pt x="10556" y="1286"/>
                </a:lnTo>
                <a:lnTo>
                  <a:pt x="10606" y="1202"/>
                </a:lnTo>
                <a:lnTo>
                  <a:pt x="10554" y="1185"/>
                </a:lnTo>
                <a:lnTo>
                  <a:pt x="10497" y="1200"/>
                </a:lnTo>
                <a:lnTo>
                  <a:pt x="10436" y="1177"/>
                </a:lnTo>
                <a:lnTo>
                  <a:pt x="10317" y="1135"/>
                </a:lnTo>
                <a:lnTo>
                  <a:pt x="10448" y="1145"/>
                </a:lnTo>
                <a:lnTo>
                  <a:pt x="10505" y="1140"/>
                </a:lnTo>
                <a:lnTo>
                  <a:pt x="10521" y="1094"/>
                </a:lnTo>
                <a:lnTo>
                  <a:pt x="10505" y="1040"/>
                </a:lnTo>
                <a:lnTo>
                  <a:pt x="10418" y="1022"/>
                </a:lnTo>
                <a:lnTo>
                  <a:pt x="10362" y="1037"/>
                </a:lnTo>
                <a:lnTo>
                  <a:pt x="10330" y="1052"/>
                </a:lnTo>
                <a:lnTo>
                  <a:pt x="10266" y="1087"/>
                </a:lnTo>
                <a:lnTo>
                  <a:pt x="10258" y="1027"/>
                </a:lnTo>
                <a:lnTo>
                  <a:pt x="10273" y="991"/>
                </a:lnTo>
                <a:lnTo>
                  <a:pt x="10367" y="954"/>
                </a:lnTo>
                <a:lnTo>
                  <a:pt x="10415" y="865"/>
                </a:lnTo>
                <a:lnTo>
                  <a:pt x="10359" y="845"/>
                </a:lnTo>
                <a:lnTo>
                  <a:pt x="10371" y="791"/>
                </a:lnTo>
                <a:lnTo>
                  <a:pt x="10245" y="741"/>
                </a:lnTo>
                <a:lnTo>
                  <a:pt x="10213" y="685"/>
                </a:lnTo>
                <a:lnTo>
                  <a:pt x="10157" y="651"/>
                </a:lnTo>
                <a:lnTo>
                  <a:pt x="9977" y="598"/>
                </a:lnTo>
                <a:lnTo>
                  <a:pt x="9889" y="554"/>
                </a:lnTo>
                <a:lnTo>
                  <a:pt x="9785" y="539"/>
                </a:lnTo>
                <a:close/>
                <a:moveTo>
                  <a:pt x="11399" y="539"/>
                </a:moveTo>
                <a:lnTo>
                  <a:pt x="11408" y="559"/>
                </a:lnTo>
                <a:lnTo>
                  <a:pt x="11485" y="599"/>
                </a:lnTo>
                <a:lnTo>
                  <a:pt x="11583" y="662"/>
                </a:lnTo>
                <a:lnTo>
                  <a:pt x="11391" y="596"/>
                </a:lnTo>
                <a:lnTo>
                  <a:pt x="11286" y="572"/>
                </a:lnTo>
                <a:lnTo>
                  <a:pt x="11248" y="613"/>
                </a:lnTo>
                <a:lnTo>
                  <a:pt x="11286" y="675"/>
                </a:lnTo>
                <a:lnTo>
                  <a:pt x="11315" y="694"/>
                </a:lnTo>
                <a:lnTo>
                  <a:pt x="11414" y="732"/>
                </a:lnTo>
                <a:lnTo>
                  <a:pt x="11483" y="778"/>
                </a:lnTo>
                <a:lnTo>
                  <a:pt x="11460" y="815"/>
                </a:lnTo>
                <a:lnTo>
                  <a:pt x="11359" y="813"/>
                </a:lnTo>
                <a:lnTo>
                  <a:pt x="11256" y="741"/>
                </a:lnTo>
                <a:lnTo>
                  <a:pt x="11165" y="707"/>
                </a:lnTo>
                <a:lnTo>
                  <a:pt x="11019" y="779"/>
                </a:lnTo>
                <a:lnTo>
                  <a:pt x="10990" y="826"/>
                </a:lnTo>
                <a:lnTo>
                  <a:pt x="11106" y="835"/>
                </a:lnTo>
                <a:lnTo>
                  <a:pt x="11199" y="906"/>
                </a:lnTo>
                <a:lnTo>
                  <a:pt x="11307" y="931"/>
                </a:lnTo>
                <a:lnTo>
                  <a:pt x="11453" y="993"/>
                </a:lnTo>
                <a:lnTo>
                  <a:pt x="11318" y="1017"/>
                </a:lnTo>
                <a:lnTo>
                  <a:pt x="11359" y="1094"/>
                </a:lnTo>
                <a:lnTo>
                  <a:pt x="11404" y="1133"/>
                </a:lnTo>
                <a:lnTo>
                  <a:pt x="11539" y="1182"/>
                </a:lnTo>
                <a:lnTo>
                  <a:pt x="11578" y="1242"/>
                </a:lnTo>
                <a:lnTo>
                  <a:pt x="11696" y="1242"/>
                </a:lnTo>
                <a:lnTo>
                  <a:pt x="11684" y="1279"/>
                </a:lnTo>
                <a:lnTo>
                  <a:pt x="11739" y="1331"/>
                </a:lnTo>
                <a:lnTo>
                  <a:pt x="11834" y="1399"/>
                </a:lnTo>
                <a:lnTo>
                  <a:pt x="11908" y="1379"/>
                </a:lnTo>
                <a:lnTo>
                  <a:pt x="12032" y="1384"/>
                </a:lnTo>
                <a:lnTo>
                  <a:pt x="11982" y="1432"/>
                </a:lnTo>
                <a:lnTo>
                  <a:pt x="12000" y="1540"/>
                </a:lnTo>
                <a:lnTo>
                  <a:pt x="12155" y="1545"/>
                </a:lnTo>
                <a:lnTo>
                  <a:pt x="12263" y="1500"/>
                </a:lnTo>
                <a:lnTo>
                  <a:pt x="12253" y="1560"/>
                </a:lnTo>
                <a:lnTo>
                  <a:pt x="12165" y="1597"/>
                </a:lnTo>
                <a:lnTo>
                  <a:pt x="12310" y="1621"/>
                </a:lnTo>
                <a:lnTo>
                  <a:pt x="12394" y="1609"/>
                </a:lnTo>
                <a:lnTo>
                  <a:pt x="12510" y="1562"/>
                </a:lnTo>
                <a:lnTo>
                  <a:pt x="12586" y="1486"/>
                </a:lnTo>
                <a:lnTo>
                  <a:pt x="12510" y="1456"/>
                </a:lnTo>
                <a:lnTo>
                  <a:pt x="12606" y="1448"/>
                </a:lnTo>
                <a:lnTo>
                  <a:pt x="12591" y="1407"/>
                </a:lnTo>
                <a:lnTo>
                  <a:pt x="12512" y="1363"/>
                </a:lnTo>
                <a:lnTo>
                  <a:pt x="12413" y="1301"/>
                </a:lnTo>
                <a:lnTo>
                  <a:pt x="12212" y="1220"/>
                </a:lnTo>
                <a:lnTo>
                  <a:pt x="12093" y="1200"/>
                </a:lnTo>
                <a:lnTo>
                  <a:pt x="12044" y="1214"/>
                </a:lnTo>
                <a:lnTo>
                  <a:pt x="12015" y="1178"/>
                </a:lnTo>
                <a:lnTo>
                  <a:pt x="11963" y="1161"/>
                </a:lnTo>
                <a:lnTo>
                  <a:pt x="11928" y="1103"/>
                </a:lnTo>
                <a:lnTo>
                  <a:pt x="11982" y="1092"/>
                </a:lnTo>
                <a:lnTo>
                  <a:pt x="11866" y="1042"/>
                </a:lnTo>
                <a:lnTo>
                  <a:pt x="11781" y="988"/>
                </a:lnTo>
                <a:lnTo>
                  <a:pt x="11770" y="961"/>
                </a:lnTo>
                <a:lnTo>
                  <a:pt x="11766" y="927"/>
                </a:lnTo>
                <a:lnTo>
                  <a:pt x="11899" y="877"/>
                </a:lnTo>
                <a:lnTo>
                  <a:pt x="11946" y="850"/>
                </a:lnTo>
                <a:lnTo>
                  <a:pt x="11935" y="823"/>
                </a:lnTo>
                <a:lnTo>
                  <a:pt x="12098" y="845"/>
                </a:lnTo>
                <a:lnTo>
                  <a:pt x="12239" y="875"/>
                </a:lnTo>
                <a:lnTo>
                  <a:pt x="12328" y="843"/>
                </a:lnTo>
                <a:lnTo>
                  <a:pt x="12281" y="810"/>
                </a:lnTo>
                <a:lnTo>
                  <a:pt x="12047" y="771"/>
                </a:lnTo>
                <a:lnTo>
                  <a:pt x="12036" y="788"/>
                </a:lnTo>
                <a:lnTo>
                  <a:pt x="11941" y="739"/>
                </a:lnTo>
                <a:lnTo>
                  <a:pt x="11839" y="690"/>
                </a:lnTo>
                <a:lnTo>
                  <a:pt x="11877" y="678"/>
                </a:lnTo>
                <a:lnTo>
                  <a:pt x="11793" y="636"/>
                </a:lnTo>
                <a:lnTo>
                  <a:pt x="11626" y="582"/>
                </a:lnTo>
                <a:lnTo>
                  <a:pt x="11399" y="539"/>
                </a:lnTo>
                <a:close/>
                <a:moveTo>
                  <a:pt x="12579" y="712"/>
                </a:moveTo>
                <a:lnTo>
                  <a:pt x="12517" y="729"/>
                </a:lnTo>
                <a:lnTo>
                  <a:pt x="12527" y="746"/>
                </a:lnTo>
                <a:lnTo>
                  <a:pt x="12559" y="754"/>
                </a:lnTo>
                <a:lnTo>
                  <a:pt x="12608" y="747"/>
                </a:lnTo>
                <a:lnTo>
                  <a:pt x="12616" y="746"/>
                </a:lnTo>
                <a:lnTo>
                  <a:pt x="12611" y="725"/>
                </a:lnTo>
                <a:lnTo>
                  <a:pt x="12579" y="712"/>
                </a:lnTo>
                <a:close/>
                <a:moveTo>
                  <a:pt x="12699" y="813"/>
                </a:moveTo>
                <a:lnTo>
                  <a:pt x="12685" y="823"/>
                </a:lnTo>
                <a:lnTo>
                  <a:pt x="12793" y="855"/>
                </a:lnTo>
                <a:lnTo>
                  <a:pt x="12884" y="852"/>
                </a:lnTo>
                <a:lnTo>
                  <a:pt x="12884" y="833"/>
                </a:lnTo>
                <a:lnTo>
                  <a:pt x="12828" y="815"/>
                </a:lnTo>
                <a:lnTo>
                  <a:pt x="12699" y="813"/>
                </a:lnTo>
                <a:close/>
                <a:moveTo>
                  <a:pt x="12495" y="826"/>
                </a:moveTo>
                <a:lnTo>
                  <a:pt x="12532" y="858"/>
                </a:lnTo>
                <a:lnTo>
                  <a:pt x="12593" y="870"/>
                </a:lnTo>
                <a:lnTo>
                  <a:pt x="12571" y="897"/>
                </a:lnTo>
                <a:lnTo>
                  <a:pt x="12636" y="939"/>
                </a:lnTo>
                <a:lnTo>
                  <a:pt x="12692" y="983"/>
                </a:lnTo>
                <a:lnTo>
                  <a:pt x="12716" y="1010"/>
                </a:lnTo>
                <a:lnTo>
                  <a:pt x="12764" y="1013"/>
                </a:lnTo>
                <a:lnTo>
                  <a:pt x="12746" y="1042"/>
                </a:lnTo>
                <a:lnTo>
                  <a:pt x="12790" y="1064"/>
                </a:lnTo>
                <a:lnTo>
                  <a:pt x="12882" y="1023"/>
                </a:lnTo>
                <a:lnTo>
                  <a:pt x="12951" y="986"/>
                </a:lnTo>
                <a:lnTo>
                  <a:pt x="13054" y="986"/>
                </a:lnTo>
                <a:lnTo>
                  <a:pt x="12945" y="954"/>
                </a:lnTo>
                <a:lnTo>
                  <a:pt x="12961" y="919"/>
                </a:lnTo>
                <a:lnTo>
                  <a:pt x="12815" y="907"/>
                </a:lnTo>
                <a:lnTo>
                  <a:pt x="12704" y="911"/>
                </a:lnTo>
                <a:lnTo>
                  <a:pt x="12690" y="875"/>
                </a:lnTo>
                <a:lnTo>
                  <a:pt x="12584" y="828"/>
                </a:lnTo>
                <a:lnTo>
                  <a:pt x="12495" y="826"/>
                </a:lnTo>
                <a:close/>
                <a:moveTo>
                  <a:pt x="13670" y="897"/>
                </a:moveTo>
                <a:lnTo>
                  <a:pt x="13715" y="948"/>
                </a:lnTo>
                <a:lnTo>
                  <a:pt x="13741" y="946"/>
                </a:lnTo>
                <a:lnTo>
                  <a:pt x="13726" y="912"/>
                </a:lnTo>
                <a:lnTo>
                  <a:pt x="13788" y="904"/>
                </a:lnTo>
                <a:lnTo>
                  <a:pt x="13784" y="897"/>
                </a:lnTo>
                <a:lnTo>
                  <a:pt x="13670" y="897"/>
                </a:lnTo>
                <a:close/>
                <a:moveTo>
                  <a:pt x="12000" y="958"/>
                </a:moveTo>
                <a:lnTo>
                  <a:pt x="11940" y="970"/>
                </a:lnTo>
                <a:lnTo>
                  <a:pt x="11926" y="978"/>
                </a:lnTo>
                <a:lnTo>
                  <a:pt x="11908" y="1007"/>
                </a:lnTo>
                <a:lnTo>
                  <a:pt x="11948" y="1037"/>
                </a:lnTo>
                <a:lnTo>
                  <a:pt x="12015" y="1040"/>
                </a:lnTo>
                <a:lnTo>
                  <a:pt x="12073" y="1008"/>
                </a:lnTo>
                <a:lnTo>
                  <a:pt x="12081" y="971"/>
                </a:lnTo>
                <a:lnTo>
                  <a:pt x="12000" y="958"/>
                </a:lnTo>
                <a:close/>
                <a:moveTo>
                  <a:pt x="8159" y="1313"/>
                </a:moveTo>
                <a:lnTo>
                  <a:pt x="7969" y="1369"/>
                </a:lnTo>
                <a:lnTo>
                  <a:pt x="7987" y="1318"/>
                </a:lnTo>
                <a:lnTo>
                  <a:pt x="7772" y="1409"/>
                </a:lnTo>
                <a:lnTo>
                  <a:pt x="7672" y="1456"/>
                </a:lnTo>
                <a:lnTo>
                  <a:pt x="7639" y="1495"/>
                </a:lnTo>
                <a:lnTo>
                  <a:pt x="7546" y="1631"/>
                </a:lnTo>
                <a:lnTo>
                  <a:pt x="7566" y="1705"/>
                </a:lnTo>
                <a:lnTo>
                  <a:pt x="7713" y="1680"/>
                </a:lnTo>
                <a:lnTo>
                  <a:pt x="7778" y="1709"/>
                </a:lnTo>
                <a:lnTo>
                  <a:pt x="7876" y="1650"/>
                </a:lnTo>
                <a:lnTo>
                  <a:pt x="7905" y="1571"/>
                </a:lnTo>
                <a:lnTo>
                  <a:pt x="8007" y="1537"/>
                </a:lnTo>
                <a:lnTo>
                  <a:pt x="8036" y="1461"/>
                </a:lnTo>
                <a:lnTo>
                  <a:pt x="8203" y="1438"/>
                </a:lnTo>
                <a:lnTo>
                  <a:pt x="8278" y="1382"/>
                </a:lnTo>
                <a:lnTo>
                  <a:pt x="8255" y="1331"/>
                </a:lnTo>
                <a:lnTo>
                  <a:pt x="8100" y="1390"/>
                </a:lnTo>
                <a:lnTo>
                  <a:pt x="8066" y="1380"/>
                </a:lnTo>
                <a:lnTo>
                  <a:pt x="8159" y="1313"/>
                </a:lnTo>
                <a:close/>
                <a:moveTo>
                  <a:pt x="11746" y="1387"/>
                </a:moveTo>
                <a:lnTo>
                  <a:pt x="11736" y="1411"/>
                </a:lnTo>
                <a:lnTo>
                  <a:pt x="11797" y="1476"/>
                </a:lnTo>
                <a:lnTo>
                  <a:pt x="11904" y="1513"/>
                </a:lnTo>
                <a:lnTo>
                  <a:pt x="11931" y="1515"/>
                </a:lnTo>
                <a:lnTo>
                  <a:pt x="11956" y="1486"/>
                </a:lnTo>
                <a:lnTo>
                  <a:pt x="11935" y="1427"/>
                </a:lnTo>
                <a:lnTo>
                  <a:pt x="11923" y="1419"/>
                </a:lnTo>
                <a:lnTo>
                  <a:pt x="11857" y="1416"/>
                </a:lnTo>
                <a:lnTo>
                  <a:pt x="11802" y="1402"/>
                </a:lnTo>
                <a:lnTo>
                  <a:pt x="11746" y="1387"/>
                </a:lnTo>
                <a:close/>
                <a:moveTo>
                  <a:pt x="13098" y="1500"/>
                </a:moveTo>
                <a:lnTo>
                  <a:pt x="13091" y="1539"/>
                </a:lnTo>
                <a:lnTo>
                  <a:pt x="13086" y="1557"/>
                </a:lnTo>
                <a:lnTo>
                  <a:pt x="13099" y="1582"/>
                </a:lnTo>
                <a:lnTo>
                  <a:pt x="13123" y="1628"/>
                </a:lnTo>
                <a:lnTo>
                  <a:pt x="13205" y="1624"/>
                </a:lnTo>
                <a:lnTo>
                  <a:pt x="13285" y="1634"/>
                </a:lnTo>
                <a:lnTo>
                  <a:pt x="13264" y="1572"/>
                </a:lnTo>
                <a:lnTo>
                  <a:pt x="13209" y="1554"/>
                </a:lnTo>
                <a:lnTo>
                  <a:pt x="13167" y="1500"/>
                </a:lnTo>
                <a:lnTo>
                  <a:pt x="13098" y="1500"/>
                </a:lnTo>
                <a:close/>
                <a:moveTo>
                  <a:pt x="11852" y="1591"/>
                </a:moveTo>
                <a:lnTo>
                  <a:pt x="11807" y="1606"/>
                </a:lnTo>
                <a:lnTo>
                  <a:pt x="11791" y="1645"/>
                </a:lnTo>
                <a:lnTo>
                  <a:pt x="11813" y="1690"/>
                </a:lnTo>
                <a:lnTo>
                  <a:pt x="11879" y="1715"/>
                </a:lnTo>
                <a:lnTo>
                  <a:pt x="11972" y="1735"/>
                </a:lnTo>
                <a:lnTo>
                  <a:pt x="12056" y="1741"/>
                </a:lnTo>
                <a:lnTo>
                  <a:pt x="12111" y="1769"/>
                </a:lnTo>
                <a:lnTo>
                  <a:pt x="12162" y="1794"/>
                </a:lnTo>
                <a:lnTo>
                  <a:pt x="12167" y="1823"/>
                </a:lnTo>
                <a:lnTo>
                  <a:pt x="12190" y="1860"/>
                </a:lnTo>
                <a:lnTo>
                  <a:pt x="12147" y="1885"/>
                </a:lnTo>
                <a:lnTo>
                  <a:pt x="12148" y="1926"/>
                </a:lnTo>
                <a:lnTo>
                  <a:pt x="12219" y="1958"/>
                </a:lnTo>
                <a:lnTo>
                  <a:pt x="12226" y="2001"/>
                </a:lnTo>
                <a:lnTo>
                  <a:pt x="12290" y="2042"/>
                </a:lnTo>
                <a:lnTo>
                  <a:pt x="12347" y="2018"/>
                </a:lnTo>
                <a:lnTo>
                  <a:pt x="12340" y="1975"/>
                </a:lnTo>
                <a:lnTo>
                  <a:pt x="12278" y="1929"/>
                </a:lnTo>
                <a:lnTo>
                  <a:pt x="12283" y="1877"/>
                </a:lnTo>
                <a:lnTo>
                  <a:pt x="12328" y="1838"/>
                </a:lnTo>
                <a:lnTo>
                  <a:pt x="12367" y="1791"/>
                </a:lnTo>
                <a:lnTo>
                  <a:pt x="12285" y="1719"/>
                </a:lnTo>
                <a:lnTo>
                  <a:pt x="12224" y="1682"/>
                </a:lnTo>
                <a:lnTo>
                  <a:pt x="12130" y="1650"/>
                </a:lnTo>
                <a:lnTo>
                  <a:pt x="11987" y="1619"/>
                </a:lnTo>
                <a:lnTo>
                  <a:pt x="11936" y="1591"/>
                </a:lnTo>
                <a:lnTo>
                  <a:pt x="11852" y="1591"/>
                </a:lnTo>
                <a:close/>
                <a:moveTo>
                  <a:pt x="12729" y="1636"/>
                </a:moveTo>
                <a:lnTo>
                  <a:pt x="12604" y="1661"/>
                </a:lnTo>
                <a:lnTo>
                  <a:pt x="12530" y="1650"/>
                </a:lnTo>
                <a:lnTo>
                  <a:pt x="12377" y="1683"/>
                </a:lnTo>
                <a:lnTo>
                  <a:pt x="12440" y="1737"/>
                </a:lnTo>
                <a:lnTo>
                  <a:pt x="12525" y="1781"/>
                </a:lnTo>
                <a:lnTo>
                  <a:pt x="12596" y="1784"/>
                </a:lnTo>
                <a:lnTo>
                  <a:pt x="12663" y="1767"/>
                </a:lnTo>
                <a:lnTo>
                  <a:pt x="12717" y="1735"/>
                </a:lnTo>
                <a:lnTo>
                  <a:pt x="12780" y="1665"/>
                </a:lnTo>
                <a:lnTo>
                  <a:pt x="12729" y="1636"/>
                </a:lnTo>
                <a:close/>
                <a:moveTo>
                  <a:pt x="12886" y="1673"/>
                </a:moveTo>
                <a:lnTo>
                  <a:pt x="12780" y="1724"/>
                </a:lnTo>
                <a:lnTo>
                  <a:pt x="12800" y="1786"/>
                </a:lnTo>
                <a:lnTo>
                  <a:pt x="12707" y="1794"/>
                </a:lnTo>
                <a:lnTo>
                  <a:pt x="12687" y="1820"/>
                </a:lnTo>
                <a:lnTo>
                  <a:pt x="12775" y="1852"/>
                </a:lnTo>
                <a:lnTo>
                  <a:pt x="12800" y="1894"/>
                </a:lnTo>
                <a:lnTo>
                  <a:pt x="12904" y="1894"/>
                </a:lnTo>
                <a:lnTo>
                  <a:pt x="12936" y="1828"/>
                </a:lnTo>
                <a:lnTo>
                  <a:pt x="13007" y="1889"/>
                </a:lnTo>
                <a:lnTo>
                  <a:pt x="13046" y="1872"/>
                </a:lnTo>
                <a:lnTo>
                  <a:pt x="13029" y="1762"/>
                </a:lnTo>
                <a:lnTo>
                  <a:pt x="13040" y="1724"/>
                </a:lnTo>
                <a:lnTo>
                  <a:pt x="13005" y="1693"/>
                </a:lnTo>
                <a:lnTo>
                  <a:pt x="12886" y="1673"/>
                </a:lnTo>
                <a:close/>
                <a:moveTo>
                  <a:pt x="13328" y="1683"/>
                </a:moveTo>
                <a:lnTo>
                  <a:pt x="13273" y="1702"/>
                </a:lnTo>
                <a:lnTo>
                  <a:pt x="13301" y="1778"/>
                </a:lnTo>
                <a:lnTo>
                  <a:pt x="13317" y="1853"/>
                </a:lnTo>
                <a:lnTo>
                  <a:pt x="13241" y="1895"/>
                </a:lnTo>
                <a:lnTo>
                  <a:pt x="13143" y="1961"/>
                </a:lnTo>
                <a:lnTo>
                  <a:pt x="13135" y="2012"/>
                </a:lnTo>
                <a:lnTo>
                  <a:pt x="13150" y="2049"/>
                </a:lnTo>
                <a:lnTo>
                  <a:pt x="13202" y="2067"/>
                </a:lnTo>
                <a:lnTo>
                  <a:pt x="13311" y="2000"/>
                </a:lnTo>
                <a:lnTo>
                  <a:pt x="13387" y="1996"/>
                </a:lnTo>
                <a:lnTo>
                  <a:pt x="13286" y="2064"/>
                </a:lnTo>
                <a:lnTo>
                  <a:pt x="13274" y="2106"/>
                </a:lnTo>
                <a:lnTo>
                  <a:pt x="13386" y="2119"/>
                </a:lnTo>
                <a:lnTo>
                  <a:pt x="13362" y="2182"/>
                </a:lnTo>
                <a:lnTo>
                  <a:pt x="13480" y="2242"/>
                </a:lnTo>
                <a:lnTo>
                  <a:pt x="13396" y="2242"/>
                </a:lnTo>
                <a:lnTo>
                  <a:pt x="13399" y="2281"/>
                </a:lnTo>
                <a:lnTo>
                  <a:pt x="13571" y="2348"/>
                </a:lnTo>
                <a:lnTo>
                  <a:pt x="13653" y="2362"/>
                </a:lnTo>
                <a:lnTo>
                  <a:pt x="13793" y="2373"/>
                </a:lnTo>
                <a:lnTo>
                  <a:pt x="13779" y="2304"/>
                </a:lnTo>
                <a:lnTo>
                  <a:pt x="13726" y="2249"/>
                </a:lnTo>
                <a:lnTo>
                  <a:pt x="13862" y="2323"/>
                </a:lnTo>
                <a:lnTo>
                  <a:pt x="13901" y="2296"/>
                </a:lnTo>
                <a:lnTo>
                  <a:pt x="13855" y="2242"/>
                </a:lnTo>
                <a:lnTo>
                  <a:pt x="13768" y="2166"/>
                </a:lnTo>
                <a:lnTo>
                  <a:pt x="13729" y="2091"/>
                </a:lnTo>
                <a:lnTo>
                  <a:pt x="13803" y="2131"/>
                </a:lnTo>
                <a:lnTo>
                  <a:pt x="13848" y="2185"/>
                </a:lnTo>
                <a:lnTo>
                  <a:pt x="13929" y="2239"/>
                </a:lnTo>
                <a:lnTo>
                  <a:pt x="13968" y="2261"/>
                </a:lnTo>
                <a:lnTo>
                  <a:pt x="14040" y="2197"/>
                </a:lnTo>
                <a:lnTo>
                  <a:pt x="13990" y="2165"/>
                </a:lnTo>
                <a:lnTo>
                  <a:pt x="13976" y="2104"/>
                </a:lnTo>
                <a:lnTo>
                  <a:pt x="14022" y="2072"/>
                </a:lnTo>
                <a:lnTo>
                  <a:pt x="13956" y="2022"/>
                </a:lnTo>
                <a:lnTo>
                  <a:pt x="13803" y="1916"/>
                </a:lnTo>
                <a:lnTo>
                  <a:pt x="13673" y="1860"/>
                </a:lnTo>
                <a:lnTo>
                  <a:pt x="13611" y="1823"/>
                </a:lnTo>
                <a:lnTo>
                  <a:pt x="13564" y="1754"/>
                </a:lnTo>
                <a:lnTo>
                  <a:pt x="13493" y="1688"/>
                </a:lnTo>
                <a:lnTo>
                  <a:pt x="13433" y="1693"/>
                </a:lnTo>
                <a:lnTo>
                  <a:pt x="13419" y="1730"/>
                </a:lnTo>
                <a:lnTo>
                  <a:pt x="13328" y="1683"/>
                </a:lnTo>
                <a:close/>
                <a:moveTo>
                  <a:pt x="11759" y="1724"/>
                </a:moveTo>
                <a:lnTo>
                  <a:pt x="11613" y="1751"/>
                </a:lnTo>
                <a:lnTo>
                  <a:pt x="11600" y="1774"/>
                </a:lnTo>
                <a:lnTo>
                  <a:pt x="11670" y="1788"/>
                </a:lnTo>
                <a:lnTo>
                  <a:pt x="11662" y="1810"/>
                </a:lnTo>
                <a:lnTo>
                  <a:pt x="11589" y="1825"/>
                </a:lnTo>
                <a:lnTo>
                  <a:pt x="11549" y="1857"/>
                </a:lnTo>
                <a:lnTo>
                  <a:pt x="11477" y="1872"/>
                </a:lnTo>
                <a:lnTo>
                  <a:pt x="11425" y="1899"/>
                </a:lnTo>
                <a:lnTo>
                  <a:pt x="11428" y="1954"/>
                </a:lnTo>
                <a:lnTo>
                  <a:pt x="11396" y="1968"/>
                </a:lnTo>
                <a:lnTo>
                  <a:pt x="11436" y="1990"/>
                </a:lnTo>
                <a:lnTo>
                  <a:pt x="11329" y="1981"/>
                </a:lnTo>
                <a:lnTo>
                  <a:pt x="11298" y="1998"/>
                </a:lnTo>
                <a:lnTo>
                  <a:pt x="11224" y="2005"/>
                </a:lnTo>
                <a:lnTo>
                  <a:pt x="11143" y="2086"/>
                </a:lnTo>
                <a:lnTo>
                  <a:pt x="11086" y="2111"/>
                </a:lnTo>
                <a:lnTo>
                  <a:pt x="11005" y="2171"/>
                </a:lnTo>
                <a:lnTo>
                  <a:pt x="11066" y="2176"/>
                </a:lnTo>
                <a:lnTo>
                  <a:pt x="11036" y="2198"/>
                </a:lnTo>
                <a:lnTo>
                  <a:pt x="10968" y="2217"/>
                </a:lnTo>
                <a:lnTo>
                  <a:pt x="10901" y="2264"/>
                </a:lnTo>
                <a:lnTo>
                  <a:pt x="10898" y="2294"/>
                </a:lnTo>
                <a:lnTo>
                  <a:pt x="10940" y="2328"/>
                </a:lnTo>
                <a:lnTo>
                  <a:pt x="10987" y="2345"/>
                </a:lnTo>
                <a:lnTo>
                  <a:pt x="11046" y="2360"/>
                </a:lnTo>
                <a:lnTo>
                  <a:pt x="11091" y="2372"/>
                </a:lnTo>
                <a:lnTo>
                  <a:pt x="11137" y="2387"/>
                </a:lnTo>
                <a:lnTo>
                  <a:pt x="11207" y="2378"/>
                </a:lnTo>
                <a:lnTo>
                  <a:pt x="11212" y="2394"/>
                </a:lnTo>
                <a:lnTo>
                  <a:pt x="11281" y="2404"/>
                </a:lnTo>
                <a:lnTo>
                  <a:pt x="11327" y="2402"/>
                </a:lnTo>
                <a:lnTo>
                  <a:pt x="11366" y="2392"/>
                </a:lnTo>
                <a:lnTo>
                  <a:pt x="11421" y="2341"/>
                </a:lnTo>
                <a:lnTo>
                  <a:pt x="11425" y="2378"/>
                </a:lnTo>
                <a:lnTo>
                  <a:pt x="11448" y="2392"/>
                </a:lnTo>
                <a:lnTo>
                  <a:pt x="11512" y="2365"/>
                </a:lnTo>
                <a:lnTo>
                  <a:pt x="11571" y="2367"/>
                </a:lnTo>
                <a:lnTo>
                  <a:pt x="11600" y="2373"/>
                </a:lnTo>
                <a:lnTo>
                  <a:pt x="11652" y="2370"/>
                </a:lnTo>
                <a:lnTo>
                  <a:pt x="11679" y="2336"/>
                </a:lnTo>
                <a:lnTo>
                  <a:pt x="11679" y="2296"/>
                </a:lnTo>
                <a:lnTo>
                  <a:pt x="11696" y="2251"/>
                </a:lnTo>
                <a:lnTo>
                  <a:pt x="11679" y="2200"/>
                </a:lnTo>
                <a:lnTo>
                  <a:pt x="11576" y="2173"/>
                </a:lnTo>
                <a:lnTo>
                  <a:pt x="11519" y="2143"/>
                </a:lnTo>
                <a:lnTo>
                  <a:pt x="11591" y="2119"/>
                </a:lnTo>
                <a:lnTo>
                  <a:pt x="11606" y="2138"/>
                </a:lnTo>
                <a:lnTo>
                  <a:pt x="11682" y="2168"/>
                </a:lnTo>
                <a:lnTo>
                  <a:pt x="11712" y="2116"/>
                </a:lnTo>
                <a:lnTo>
                  <a:pt x="11701" y="2064"/>
                </a:lnTo>
                <a:lnTo>
                  <a:pt x="11738" y="2035"/>
                </a:lnTo>
                <a:lnTo>
                  <a:pt x="11815" y="2033"/>
                </a:lnTo>
                <a:lnTo>
                  <a:pt x="11874" y="2008"/>
                </a:lnTo>
                <a:lnTo>
                  <a:pt x="11835" y="1971"/>
                </a:lnTo>
                <a:lnTo>
                  <a:pt x="11837" y="1897"/>
                </a:lnTo>
                <a:lnTo>
                  <a:pt x="11898" y="1969"/>
                </a:lnTo>
                <a:lnTo>
                  <a:pt x="11926" y="1971"/>
                </a:lnTo>
                <a:lnTo>
                  <a:pt x="11970" y="1902"/>
                </a:lnTo>
                <a:lnTo>
                  <a:pt x="12059" y="1909"/>
                </a:lnTo>
                <a:lnTo>
                  <a:pt x="12098" y="1868"/>
                </a:lnTo>
                <a:lnTo>
                  <a:pt x="12029" y="1835"/>
                </a:lnTo>
                <a:lnTo>
                  <a:pt x="11980" y="1804"/>
                </a:lnTo>
                <a:lnTo>
                  <a:pt x="11849" y="1779"/>
                </a:lnTo>
                <a:lnTo>
                  <a:pt x="11759" y="1724"/>
                </a:lnTo>
                <a:close/>
                <a:moveTo>
                  <a:pt x="5961" y="1804"/>
                </a:moveTo>
                <a:lnTo>
                  <a:pt x="5806" y="1848"/>
                </a:lnTo>
                <a:lnTo>
                  <a:pt x="5745" y="1813"/>
                </a:lnTo>
                <a:lnTo>
                  <a:pt x="5624" y="1905"/>
                </a:lnTo>
                <a:lnTo>
                  <a:pt x="5567" y="2010"/>
                </a:lnTo>
                <a:lnTo>
                  <a:pt x="5622" y="2044"/>
                </a:lnTo>
                <a:lnTo>
                  <a:pt x="5722" y="2022"/>
                </a:lnTo>
                <a:lnTo>
                  <a:pt x="5770" y="2045"/>
                </a:lnTo>
                <a:lnTo>
                  <a:pt x="5917" y="1971"/>
                </a:lnTo>
                <a:lnTo>
                  <a:pt x="5966" y="1921"/>
                </a:lnTo>
                <a:lnTo>
                  <a:pt x="5959" y="1879"/>
                </a:lnTo>
                <a:lnTo>
                  <a:pt x="5961" y="1804"/>
                </a:lnTo>
                <a:close/>
                <a:moveTo>
                  <a:pt x="12465" y="1806"/>
                </a:moveTo>
                <a:lnTo>
                  <a:pt x="12402" y="1823"/>
                </a:lnTo>
                <a:lnTo>
                  <a:pt x="12386" y="1853"/>
                </a:lnTo>
                <a:lnTo>
                  <a:pt x="12384" y="1895"/>
                </a:lnTo>
                <a:lnTo>
                  <a:pt x="12466" y="1904"/>
                </a:lnTo>
                <a:lnTo>
                  <a:pt x="12537" y="1884"/>
                </a:lnTo>
                <a:lnTo>
                  <a:pt x="12515" y="1842"/>
                </a:lnTo>
                <a:lnTo>
                  <a:pt x="12465" y="1806"/>
                </a:lnTo>
                <a:close/>
                <a:moveTo>
                  <a:pt x="12581" y="1917"/>
                </a:moveTo>
                <a:lnTo>
                  <a:pt x="12480" y="1958"/>
                </a:lnTo>
                <a:lnTo>
                  <a:pt x="12424" y="1995"/>
                </a:lnTo>
                <a:lnTo>
                  <a:pt x="12397" y="2042"/>
                </a:lnTo>
                <a:lnTo>
                  <a:pt x="12416" y="2035"/>
                </a:lnTo>
                <a:lnTo>
                  <a:pt x="12456" y="2065"/>
                </a:lnTo>
                <a:lnTo>
                  <a:pt x="12547" y="2074"/>
                </a:lnTo>
                <a:lnTo>
                  <a:pt x="12579" y="2099"/>
                </a:lnTo>
                <a:lnTo>
                  <a:pt x="12672" y="2049"/>
                </a:lnTo>
                <a:lnTo>
                  <a:pt x="12606" y="2017"/>
                </a:lnTo>
                <a:lnTo>
                  <a:pt x="12675" y="1981"/>
                </a:lnTo>
                <a:lnTo>
                  <a:pt x="12655" y="1946"/>
                </a:lnTo>
                <a:lnTo>
                  <a:pt x="12581" y="1917"/>
                </a:lnTo>
                <a:close/>
                <a:moveTo>
                  <a:pt x="13131" y="1964"/>
                </a:moveTo>
                <a:lnTo>
                  <a:pt x="13014" y="1975"/>
                </a:lnTo>
                <a:lnTo>
                  <a:pt x="13014" y="2006"/>
                </a:lnTo>
                <a:lnTo>
                  <a:pt x="13069" y="2040"/>
                </a:lnTo>
                <a:lnTo>
                  <a:pt x="13099" y="2044"/>
                </a:lnTo>
                <a:lnTo>
                  <a:pt x="13131" y="1964"/>
                </a:lnTo>
                <a:close/>
                <a:moveTo>
                  <a:pt x="6082" y="1991"/>
                </a:moveTo>
                <a:lnTo>
                  <a:pt x="5986" y="2025"/>
                </a:lnTo>
                <a:lnTo>
                  <a:pt x="5861" y="2040"/>
                </a:lnTo>
                <a:lnTo>
                  <a:pt x="5888" y="2067"/>
                </a:lnTo>
                <a:lnTo>
                  <a:pt x="5833" y="2091"/>
                </a:lnTo>
                <a:lnTo>
                  <a:pt x="5799" y="2074"/>
                </a:lnTo>
                <a:lnTo>
                  <a:pt x="5748" y="2092"/>
                </a:lnTo>
                <a:lnTo>
                  <a:pt x="5652" y="2173"/>
                </a:lnTo>
                <a:lnTo>
                  <a:pt x="5531" y="2229"/>
                </a:lnTo>
                <a:lnTo>
                  <a:pt x="5466" y="2230"/>
                </a:lnTo>
                <a:lnTo>
                  <a:pt x="5570" y="2131"/>
                </a:lnTo>
                <a:lnTo>
                  <a:pt x="5501" y="2131"/>
                </a:lnTo>
                <a:lnTo>
                  <a:pt x="5400" y="2178"/>
                </a:lnTo>
                <a:lnTo>
                  <a:pt x="5430" y="2116"/>
                </a:lnTo>
                <a:lnTo>
                  <a:pt x="5365" y="2143"/>
                </a:lnTo>
                <a:lnTo>
                  <a:pt x="5240" y="2256"/>
                </a:lnTo>
                <a:lnTo>
                  <a:pt x="5272" y="2198"/>
                </a:lnTo>
                <a:lnTo>
                  <a:pt x="5249" y="2124"/>
                </a:lnTo>
                <a:lnTo>
                  <a:pt x="5188" y="2166"/>
                </a:lnTo>
                <a:lnTo>
                  <a:pt x="5185" y="2205"/>
                </a:lnTo>
                <a:lnTo>
                  <a:pt x="5109" y="2272"/>
                </a:lnTo>
                <a:lnTo>
                  <a:pt x="5122" y="2306"/>
                </a:lnTo>
                <a:lnTo>
                  <a:pt x="5067" y="2345"/>
                </a:lnTo>
                <a:lnTo>
                  <a:pt x="4994" y="2459"/>
                </a:lnTo>
                <a:lnTo>
                  <a:pt x="4914" y="2557"/>
                </a:lnTo>
                <a:lnTo>
                  <a:pt x="4929" y="2606"/>
                </a:lnTo>
                <a:lnTo>
                  <a:pt x="5018" y="2560"/>
                </a:lnTo>
                <a:lnTo>
                  <a:pt x="5028" y="2587"/>
                </a:lnTo>
                <a:lnTo>
                  <a:pt x="5105" y="2575"/>
                </a:lnTo>
                <a:lnTo>
                  <a:pt x="5196" y="2485"/>
                </a:lnTo>
                <a:lnTo>
                  <a:pt x="5264" y="2454"/>
                </a:lnTo>
                <a:lnTo>
                  <a:pt x="5447" y="2385"/>
                </a:lnTo>
                <a:lnTo>
                  <a:pt x="5508" y="2336"/>
                </a:lnTo>
                <a:lnTo>
                  <a:pt x="5730" y="2251"/>
                </a:lnTo>
                <a:lnTo>
                  <a:pt x="5797" y="2183"/>
                </a:lnTo>
                <a:lnTo>
                  <a:pt x="5865" y="2227"/>
                </a:lnTo>
                <a:lnTo>
                  <a:pt x="5961" y="2234"/>
                </a:lnTo>
                <a:lnTo>
                  <a:pt x="6021" y="2166"/>
                </a:lnTo>
                <a:lnTo>
                  <a:pt x="6060" y="2107"/>
                </a:lnTo>
                <a:lnTo>
                  <a:pt x="6144" y="2161"/>
                </a:lnTo>
                <a:lnTo>
                  <a:pt x="6198" y="2092"/>
                </a:lnTo>
                <a:lnTo>
                  <a:pt x="6253" y="2047"/>
                </a:lnTo>
                <a:lnTo>
                  <a:pt x="6193" y="2006"/>
                </a:lnTo>
                <a:lnTo>
                  <a:pt x="6082" y="1991"/>
                </a:lnTo>
                <a:close/>
                <a:moveTo>
                  <a:pt x="11918" y="2015"/>
                </a:moveTo>
                <a:lnTo>
                  <a:pt x="11791" y="2059"/>
                </a:lnTo>
                <a:lnTo>
                  <a:pt x="11724" y="2070"/>
                </a:lnTo>
                <a:lnTo>
                  <a:pt x="11734" y="2114"/>
                </a:lnTo>
                <a:lnTo>
                  <a:pt x="11701" y="2183"/>
                </a:lnTo>
                <a:lnTo>
                  <a:pt x="11729" y="2219"/>
                </a:lnTo>
                <a:lnTo>
                  <a:pt x="11754" y="2257"/>
                </a:lnTo>
                <a:lnTo>
                  <a:pt x="11734" y="2320"/>
                </a:lnTo>
                <a:lnTo>
                  <a:pt x="11795" y="2341"/>
                </a:lnTo>
                <a:lnTo>
                  <a:pt x="11808" y="2316"/>
                </a:lnTo>
                <a:lnTo>
                  <a:pt x="11840" y="2323"/>
                </a:lnTo>
                <a:lnTo>
                  <a:pt x="11891" y="2304"/>
                </a:lnTo>
                <a:lnTo>
                  <a:pt x="11956" y="2277"/>
                </a:lnTo>
                <a:lnTo>
                  <a:pt x="11990" y="2230"/>
                </a:lnTo>
                <a:lnTo>
                  <a:pt x="11995" y="2188"/>
                </a:lnTo>
                <a:lnTo>
                  <a:pt x="11941" y="2163"/>
                </a:lnTo>
                <a:lnTo>
                  <a:pt x="11992" y="2151"/>
                </a:lnTo>
                <a:lnTo>
                  <a:pt x="12030" y="2123"/>
                </a:lnTo>
                <a:lnTo>
                  <a:pt x="12037" y="2072"/>
                </a:lnTo>
                <a:lnTo>
                  <a:pt x="11983" y="2032"/>
                </a:lnTo>
                <a:lnTo>
                  <a:pt x="11918" y="2015"/>
                </a:lnTo>
                <a:close/>
                <a:moveTo>
                  <a:pt x="12153" y="2020"/>
                </a:moveTo>
                <a:lnTo>
                  <a:pt x="12138" y="2028"/>
                </a:lnTo>
                <a:lnTo>
                  <a:pt x="12142" y="2054"/>
                </a:lnTo>
                <a:lnTo>
                  <a:pt x="12206" y="2087"/>
                </a:lnTo>
                <a:lnTo>
                  <a:pt x="12227" y="2062"/>
                </a:lnTo>
                <a:lnTo>
                  <a:pt x="12172" y="2025"/>
                </a:lnTo>
                <a:lnTo>
                  <a:pt x="12153" y="2020"/>
                </a:lnTo>
                <a:close/>
                <a:moveTo>
                  <a:pt x="12162" y="2096"/>
                </a:moveTo>
                <a:lnTo>
                  <a:pt x="12115" y="2119"/>
                </a:lnTo>
                <a:lnTo>
                  <a:pt x="12113" y="2165"/>
                </a:lnTo>
                <a:lnTo>
                  <a:pt x="12121" y="2180"/>
                </a:lnTo>
                <a:lnTo>
                  <a:pt x="12155" y="2203"/>
                </a:lnTo>
                <a:lnTo>
                  <a:pt x="12200" y="2170"/>
                </a:lnTo>
                <a:lnTo>
                  <a:pt x="12231" y="2134"/>
                </a:lnTo>
                <a:lnTo>
                  <a:pt x="12231" y="2104"/>
                </a:lnTo>
                <a:lnTo>
                  <a:pt x="12162" y="2096"/>
                </a:lnTo>
                <a:close/>
                <a:moveTo>
                  <a:pt x="12874" y="2106"/>
                </a:moveTo>
                <a:lnTo>
                  <a:pt x="12791" y="2118"/>
                </a:lnTo>
                <a:lnTo>
                  <a:pt x="12732" y="2150"/>
                </a:lnTo>
                <a:lnTo>
                  <a:pt x="12759" y="2176"/>
                </a:lnTo>
                <a:lnTo>
                  <a:pt x="12810" y="2188"/>
                </a:lnTo>
                <a:lnTo>
                  <a:pt x="12775" y="2217"/>
                </a:lnTo>
                <a:lnTo>
                  <a:pt x="12719" y="2252"/>
                </a:lnTo>
                <a:lnTo>
                  <a:pt x="12732" y="2283"/>
                </a:lnTo>
                <a:lnTo>
                  <a:pt x="12808" y="2284"/>
                </a:lnTo>
                <a:lnTo>
                  <a:pt x="12899" y="2200"/>
                </a:lnTo>
                <a:lnTo>
                  <a:pt x="12943" y="2249"/>
                </a:lnTo>
                <a:lnTo>
                  <a:pt x="12907" y="2321"/>
                </a:lnTo>
                <a:lnTo>
                  <a:pt x="12931" y="2409"/>
                </a:lnTo>
                <a:lnTo>
                  <a:pt x="12998" y="2422"/>
                </a:lnTo>
                <a:lnTo>
                  <a:pt x="13182" y="2422"/>
                </a:lnTo>
                <a:lnTo>
                  <a:pt x="13172" y="2377"/>
                </a:lnTo>
                <a:lnTo>
                  <a:pt x="13027" y="2256"/>
                </a:lnTo>
                <a:lnTo>
                  <a:pt x="13152" y="2294"/>
                </a:lnTo>
                <a:lnTo>
                  <a:pt x="13195" y="2277"/>
                </a:lnTo>
                <a:lnTo>
                  <a:pt x="13147" y="2235"/>
                </a:lnTo>
                <a:lnTo>
                  <a:pt x="13005" y="2185"/>
                </a:lnTo>
                <a:lnTo>
                  <a:pt x="12874" y="2106"/>
                </a:lnTo>
                <a:close/>
                <a:moveTo>
                  <a:pt x="12298" y="2150"/>
                </a:moveTo>
                <a:lnTo>
                  <a:pt x="12259" y="2187"/>
                </a:lnTo>
                <a:lnTo>
                  <a:pt x="12224" y="2234"/>
                </a:lnTo>
                <a:lnTo>
                  <a:pt x="12251" y="2306"/>
                </a:lnTo>
                <a:lnTo>
                  <a:pt x="12283" y="2350"/>
                </a:lnTo>
                <a:lnTo>
                  <a:pt x="12332" y="2323"/>
                </a:lnTo>
                <a:lnTo>
                  <a:pt x="12332" y="2284"/>
                </a:lnTo>
                <a:lnTo>
                  <a:pt x="12396" y="2283"/>
                </a:lnTo>
                <a:lnTo>
                  <a:pt x="12340" y="2239"/>
                </a:lnTo>
                <a:lnTo>
                  <a:pt x="12333" y="2187"/>
                </a:lnTo>
                <a:lnTo>
                  <a:pt x="12298" y="2150"/>
                </a:lnTo>
                <a:close/>
                <a:moveTo>
                  <a:pt x="13386" y="2296"/>
                </a:moveTo>
                <a:lnTo>
                  <a:pt x="13354" y="2345"/>
                </a:lnTo>
                <a:lnTo>
                  <a:pt x="13337" y="2384"/>
                </a:lnTo>
                <a:lnTo>
                  <a:pt x="13396" y="2464"/>
                </a:lnTo>
                <a:lnTo>
                  <a:pt x="13399" y="2515"/>
                </a:lnTo>
                <a:lnTo>
                  <a:pt x="13502" y="2619"/>
                </a:lnTo>
                <a:lnTo>
                  <a:pt x="13579" y="2575"/>
                </a:lnTo>
                <a:lnTo>
                  <a:pt x="13707" y="2594"/>
                </a:lnTo>
                <a:lnTo>
                  <a:pt x="13860" y="2612"/>
                </a:lnTo>
                <a:lnTo>
                  <a:pt x="13921" y="2621"/>
                </a:lnTo>
                <a:lnTo>
                  <a:pt x="13948" y="2527"/>
                </a:lnTo>
                <a:lnTo>
                  <a:pt x="14003" y="2501"/>
                </a:lnTo>
                <a:lnTo>
                  <a:pt x="13850" y="2409"/>
                </a:lnTo>
                <a:lnTo>
                  <a:pt x="13784" y="2417"/>
                </a:lnTo>
                <a:lnTo>
                  <a:pt x="13640" y="2390"/>
                </a:lnTo>
                <a:lnTo>
                  <a:pt x="13460" y="2328"/>
                </a:lnTo>
                <a:lnTo>
                  <a:pt x="13386" y="2296"/>
                </a:lnTo>
                <a:close/>
                <a:moveTo>
                  <a:pt x="12621" y="2345"/>
                </a:moveTo>
                <a:lnTo>
                  <a:pt x="12571" y="2353"/>
                </a:lnTo>
                <a:lnTo>
                  <a:pt x="12583" y="2392"/>
                </a:lnTo>
                <a:lnTo>
                  <a:pt x="12633" y="2419"/>
                </a:lnTo>
                <a:lnTo>
                  <a:pt x="12699" y="2421"/>
                </a:lnTo>
                <a:lnTo>
                  <a:pt x="12711" y="2370"/>
                </a:lnTo>
                <a:lnTo>
                  <a:pt x="12621" y="2345"/>
                </a:lnTo>
                <a:close/>
                <a:moveTo>
                  <a:pt x="12480" y="2385"/>
                </a:moveTo>
                <a:lnTo>
                  <a:pt x="12482" y="2422"/>
                </a:lnTo>
                <a:lnTo>
                  <a:pt x="12488" y="2436"/>
                </a:lnTo>
                <a:lnTo>
                  <a:pt x="12554" y="2441"/>
                </a:lnTo>
                <a:lnTo>
                  <a:pt x="12576" y="2434"/>
                </a:lnTo>
                <a:lnTo>
                  <a:pt x="12537" y="2399"/>
                </a:lnTo>
                <a:lnTo>
                  <a:pt x="12480" y="2385"/>
                </a:lnTo>
                <a:close/>
                <a:moveTo>
                  <a:pt x="12894" y="2449"/>
                </a:moveTo>
                <a:lnTo>
                  <a:pt x="12773" y="2479"/>
                </a:lnTo>
                <a:lnTo>
                  <a:pt x="12827" y="2505"/>
                </a:lnTo>
                <a:lnTo>
                  <a:pt x="12857" y="2543"/>
                </a:lnTo>
                <a:lnTo>
                  <a:pt x="13003" y="2574"/>
                </a:lnTo>
                <a:lnTo>
                  <a:pt x="13160" y="2597"/>
                </a:lnTo>
                <a:lnTo>
                  <a:pt x="13165" y="2554"/>
                </a:lnTo>
                <a:lnTo>
                  <a:pt x="13104" y="2513"/>
                </a:lnTo>
                <a:lnTo>
                  <a:pt x="12995" y="2478"/>
                </a:lnTo>
                <a:lnTo>
                  <a:pt x="12966" y="2454"/>
                </a:lnTo>
                <a:lnTo>
                  <a:pt x="12894" y="2449"/>
                </a:lnTo>
                <a:close/>
                <a:moveTo>
                  <a:pt x="17247" y="2870"/>
                </a:moveTo>
                <a:lnTo>
                  <a:pt x="17200" y="2878"/>
                </a:lnTo>
                <a:lnTo>
                  <a:pt x="17200" y="2939"/>
                </a:lnTo>
                <a:lnTo>
                  <a:pt x="17165" y="2956"/>
                </a:lnTo>
                <a:lnTo>
                  <a:pt x="17136" y="2968"/>
                </a:lnTo>
                <a:lnTo>
                  <a:pt x="17168" y="3037"/>
                </a:lnTo>
                <a:lnTo>
                  <a:pt x="17176" y="3077"/>
                </a:lnTo>
                <a:lnTo>
                  <a:pt x="17193" y="3149"/>
                </a:lnTo>
                <a:lnTo>
                  <a:pt x="17228" y="3166"/>
                </a:lnTo>
                <a:lnTo>
                  <a:pt x="17284" y="3163"/>
                </a:lnTo>
                <a:lnTo>
                  <a:pt x="17260" y="3089"/>
                </a:lnTo>
                <a:lnTo>
                  <a:pt x="17289" y="3089"/>
                </a:lnTo>
                <a:lnTo>
                  <a:pt x="17291" y="3033"/>
                </a:lnTo>
                <a:lnTo>
                  <a:pt x="17323" y="3025"/>
                </a:lnTo>
                <a:lnTo>
                  <a:pt x="17292" y="2915"/>
                </a:lnTo>
                <a:lnTo>
                  <a:pt x="17247" y="2870"/>
                </a:lnTo>
                <a:close/>
                <a:moveTo>
                  <a:pt x="9026" y="2875"/>
                </a:moveTo>
                <a:lnTo>
                  <a:pt x="8879" y="2880"/>
                </a:lnTo>
                <a:lnTo>
                  <a:pt x="8709" y="2919"/>
                </a:lnTo>
                <a:lnTo>
                  <a:pt x="8642" y="2956"/>
                </a:lnTo>
                <a:lnTo>
                  <a:pt x="8588" y="2929"/>
                </a:lnTo>
                <a:lnTo>
                  <a:pt x="8457" y="2988"/>
                </a:lnTo>
                <a:lnTo>
                  <a:pt x="8452" y="3023"/>
                </a:lnTo>
                <a:lnTo>
                  <a:pt x="8597" y="3037"/>
                </a:lnTo>
                <a:lnTo>
                  <a:pt x="8624" y="3060"/>
                </a:lnTo>
                <a:lnTo>
                  <a:pt x="8751" y="3074"/>
                </a:lnTo>
                <a:lnTo>
                  <a:pt x="8807" y="3138"/>
                </a:lnTo>
                <a:lnTo>
                  <a:pt x="8964" y="3055"/>
                </a:lnTo>
                <a:lnTo>
                  <a:pt x="9036" y="3028"/>
                </a:lnTo>
                <a:lnTo>
                  <a:pt x="9041" y="2996"/>
                </a:lnTo>
                <a:lnTo>
                  <a:pt x="8984" y="2983"/>
                </a:lnTo>
                <a:lnTo>
                  <a:pt x="8994" y="2951"/>
                </a:lnTo>
                <a:lnTo>
                  <a:pt x="9061" y="2942"/>
                </a:lnTo>
                <a:lnTo>
                  <a:pt x="9026" y="2875"/>
                </a:lnTo>
                <a:close/>
                <a:moveTo>
                  <a:pt x="9081" y="3038"/>
                </a:moveTo>
                <a:lnTo>
                  <a:pt x="8990" y="3062"/>
                </a:lnTo>
                <a:lnTo>
                  <a:pt x="8979" y="3094"/>
                </a:lnTo>
                <a:lnTo>
                  <a:pt x="8928" y="3099"/>
                </a:lnTo>
                <a:lnTo>
                  <a:pt x="8883" y="3171"/>
                </a:lnTo>
                <a:lnTo>
                  <a:pt x="8895" y="3239"/>
                </a:lnTo>
                <a:lnTo>
                  <a:pt x="8990" y="3266"/>
                </a:lnTo>
                <a:lnTo>
                  <a:pt x="9059" y="3217"/>
                </a:lnTo>
                <a:lnTo>
                  <a:pt x="9113" y="3160"/>
                </a:lnTo>
                <a:lnTo>
                  <a:pt x="9063" y="3139"/>
                </a:lnTo>
                <a:lnTo>
                  <a:pt x="9113" y="3107"/>
                </a:lnTo>
                <a:lnTo>
                  <a:pt x="9081" y="3038"/>
                </a:lnTo>
                <a:close/>
                <a:moveTo>
                  <a:pt x="8684" y="3123"/>
                </a:moveTo>
                <a:lnTo>
                  <a:pt x="8622" y="3141"/>
                </a:lnTo>
                <a:lnTo>
                  <a:pt x="8580" y="3124"/>
                </a:lnTo>
                <a:lnTo>
                  <a:pt x="8526" y="3176"/>
                </a:lnTo>
                <a:lnTo>
                  <a:pt x="8592" y="3234"/>
                </a:lnTo>
                <a:lnTo>
                  <a:pt x="8639" y="3192"/>
                </a:lnTo>
                <a:lnTo>
                  <a:pt x="8709" y="3176"/>
                </a:lnTo>
                <a:lnTo>
                  <a:pt x="8684" y="3123"/>
                </a:lnTo>
                <a:close/>
                <a:moveTo>
                  <a:pt x="5121" y="3128"/>
                </a:moveTo>
                <a:lnTo>
                  <a:pt x="5055" y="3153"/>
                </a:lnTo>
                <a:lnTo>
                  <a:pt x="4937" y="3252"/>
                </a:lnTo>
                <a:lnTo>
                  <a:pt x="5036" y="3261"/>
                </a:lnTo>
                <a:lnTo>
                  <a:pt x="5121" y="3218"/>
                </a:lnTo>
                <a:lnTo>
                  <a:pt x="5121" y="3128"/>
                </a:lnTo>
                <a:close/>
                <a:moveTo>
                  <a:pt x="16858" y="3257"/>
                </a:moveTo>
                <a:lnTo>
                  <a:pt x="16902" y="3333"/>
                </a:lnTo>
                <a:lnTo>
                  <a:pt x="16899" y="3362"/>
                </a:lnTo>
                <a:lnTo>
                  <a:pt x="16946" y="3380"/>
                </a:lnTo>
                <a:lnTo>
                  <a:pt x="17005" y="3388"/>
                </a:lnTo>
                <a:lnTo>
                  <a:pt x="17032" y="3365"/>
                </a:lnTo>
                <a:lnTo>
                  <a:pt x="17085" y="3358"/>
                </a:lnTo>
                <a:lnTo>
                  <a:pt x="17127" y="3333"/>
                </a:lnTo>
                <a:lnTo>
                  <a:pt x="17114" y="3303"/>
                </a:lnTo>
                <a:lnTo>
                  <a:pt x="17032" y="3331"/>
                </a:lnTo>
                <a:lnTo>
                  <a:pt x="16858" y="3257"/>
                </a:lnTo>
                <a:close/>
                <a:moveTo>
                  <a:pt x="9147" y="3634"/>
                </a:moveTo>
                <a:lnTo>
                  <a:pt x="9160" y="3681"/>
                </a:lnTo>
                <a:lnTo>
                  <a:pt x="9100" y="3688"/>
                </a:lnTo>
                <a:lnTo>
                  <a:pt x="9068" y="3727"/>
                </a:lnTo>
                <a:lnTo>
                  <a:pt x="9108" y="3742"/>
                </a:lnTo>
                <a:lnTo>
                  <a:pt x="9139" y="3734"/>
                </a:lnTo>
                <a:lnTo>
                  <a:pt x="9162" y="3749"/>
                </a:lnTo>
                <a:lnTo>
                  <a:pt x="9199" y="3767"/>
                </a:lnTo>
                <a:lnTo>
                  <a:pt x="9229" y="3764"/>
                </a:lnTo>
                <a:lnTo>
                  <a:pt x="9253" y="3720"/>
                </a:lnTo>
                <a:lnTo>
                  <a:pt x="9214" y="3712"/>
                </a:lnTo>
                <a:lnTo>
                  <a:pt x="9167" y="3715"/>
                </a:lnTo>
                <a:lnTo>
                  <a:pt x="9213" y="3693"/>
                </a:lnTo>
                <a:lnTo>
                  <a:pt x="9196" y="3663"/>
                </a:lnTo>
                <a:lnTo>
                  <a:pt x="9147" y="3634"/>
                </a:lnTo>
                <a:close/>
                <a:moveTo>
                  <a:pt x="3463" y="3636"/>
                </a:moveTo>
                <a:lnTo>
                  <a:pt x="3429" y="3641"/>
                </a:lnTo>
                <a:lnTo>
                  <a:pt x="3338" y="3707"/>
                </a:lnTo>
                <a:lnTo>
                  <a:pt x="3291" y="3764"/>
                </a:lnTo>
                <a:lnTo>
                  <a:pt x="3365" y="3742"/>
                </a:lnTo>
                <a:lnTo>
                  <a:pt x="3476" y="3670"/>
                </a:lnTo>
                <a:lnTo>
                  <a:pt x="3463" y="3636"/>
                </a:lnTo>
                <a:close/>
                <a:moveTo>
                  <a:pt x="3298" y="3693"/>
                </a:moveTo>
                <a:lnTo>
                  <a:pt x="3220" y="3754"/>
                </a:lnTo>
                <a:lnTo>
                  <a:pt x="3084" y="3843"/>
                </a:lnTo>
                <a:lnTo>
                  <a:pt x="3035" y="3899"/>
                </a:lnTo>
                <a:lnTo>
                  <a:pt x="3050" y="3914"/>
                </a:lnTo>
                <a:lnTo>
                  <a:pt x="3020" y="3961"/>
                </a:lnTo>
                <a:lnTo>
                  <a:pt x="3161" y="3880"/>
                </a:lnTo>
                <a:lnTo>
                  <a:pt x="3272" y="3772"/>
                </a:lnTo>
                <a:lnTo>
                  <a:pt x="3262" y="3747"/>
                </a:lnTo>
                <a:lnTo>
                  <a:pt x="3298" y="3693"/>
                </a:lnTo>
                <a:close/>
                <a:moveTo>
                  <a:pt x="8347" y="4318"/>
                </a:moveTo>
                <a:lnTo>
                  <a:pt x="8278" y="4368"/>
                </a:lnTo>
                <a:lnTo>
                  <a:pt x="8083" y="4368"/>
                </a:lnTo>
                <a:lnTo>
                  <a:pt x="8083" y="4410"/>
                </a:lnTo>
                <a:lnTo>
                  <a:pt x="7898" y="4417"/>
                </a:lnTo>
                <a:lnTo>
                  <a:pt x="7809" y="4466"/>
                </a:lnTo>
                <a:lnTo>
                  <a:pt x="7752" y="4446"/>
                </a:lnTo>
                <a:lnTo>
                  <a:pt x="7664" y="4499"/>
                </a:lnTo>
                <a:lnTo>
                  <a:pt x="7662" y="4595"/>
                </a:lnTo>
                <a:lnTo>
                  <a:pt x="7597" y="4648"/>
                </a:lnTo>
                <a:lnTo>
                  <a:pt x="7662" y="4789"/>
                </a:lnTo>
                <a:lnTo>
                  <a:pt x="7693" y="4804"/>
                </a:lnTo>
                <a:lnTo>
                  <a:pt x="7772" y="4649"/>
                </a:lnTo>
                <a:lnTo>
                  <a:pt x="7901" y="4562"/>
                </a:lnTo>
                <a:lnTo>
                  <a:pt x="8095" y="4525"/>
                </a:lnTo>
                <a:lnTo>
                  <a:pt x="8287" y="4479"/>
                </a:lnTo>
                <a:lnTo>
                  <a:pt x="8514" y="4479"/>
                </a:lnTo>
                <a:lnTo>
                  <a:pt x="8666" y="4515"/>
                </a:lnTo>
                <a:lnTo>
                  <a:pt x="8834" y="4553"/>
                </a:lnTo>
                <a:lnTo>
                  <a:pt x="8898" y="4535"/>
                </a:lnTo>
                <a:lnTo>
                  <a:pt x="8935" y="4474"/>
                </a:lnTo>
                <a:lnTo>
                  <a:pt x="8866" y="4442"/>
                </a:lnTo>
                <a:lnTo>
                  <a:pt x="8767" y="4437"/>
                </a:lnTo>
                <a:lnTo>
                  <a:pt x="8659" y="4368"/>
                </a:lnTo>
                <a:lnTo>
                  <a:pt x="8482" y="4338"/>
                </a:lnTo>
                <a:lnTo>
                  <a:pt x="8347" y="4318"/>
                </a:lnTo>
                <a:close/>
                <a:moveTo>
                  <a:pt x="2766" y="4328"/>
                </a:moveTo>
                <a:lnTo>
                  <a:pt x="2715" y="4355"/>
                </a:lnTo>
                <a:lnTo>
                  <a:pt x="2599" y="4536"/>
                </a:lnTo>
                <a:lnTo>
                  <a:pt x="2567" y="4599"/>
                </a:lnTo>
                <a:lnTo>
                  <a:pt x="2496" y="4708"/>
                </a:lnTo>
                <a:lnTo>
                  <a:pt x="2543" y="4686"/>
                </a:lnTo>
                <a:lnTo>
                  <a:pt x="2584" y="4644"/>
                </a:lnTo>
                <a:lnTo>
                  <a:pt x="2658" y="4616"/>
                </a:lnTo>
                <a:lnTo>
                  <a:pt x="2676" y="4545"/>
                </a:lnTo>
                <a:lnTo>
                  <a:pt x="2705" y="4452"/>
                </a:lnTo>
                <a:lnTo>
                  <a:pt x="2766" y="4328"/>
                </a:lnTo>
                <a:close/>
                <a:moveTo>
                  <a:pt x="10184" y="4360"/>
                </a:moveTo>
                <a:lnTo>
                  <a:pt x="10110" y="4373"/>
                </a:lnTo>
                <a:lnTo>
                  <a:pt x="9980" y="4442"/>
                </a:lnTo>
                <a:lnTo>
                  <a:pt x="10002" y="4483"/>
                </a:lnTo>
                <a:lnTo>
                  <a:pt x="9963" y="4592"/>
                </a:lnTo>
                <a:lnTo>
                  <a:pt x="9985" y="4664"/>
                </a:lnTo>
                <a:lnTo>
                  <a:pt x="10056" y="4735"/>
                </a:lnTo>
                <a:lnTo>
                  <a:pt x="10140" y="4737"/>
                </a:lnTo>
                <a:lnTo>
                  <a:pt x="10204" y="4607"/>
                </a:lnTo>
                <a:lnTo>
                  <a:pt x="10201" y="4447"/>
                </a:lnTo>
                <a:lnTo>
                  <a:pt x="10184" y="4360"/>
                </a:lnTo>
                <a:close/>
                <a:moveTo>
                  <a:pt x="16633" y="4552"/>
                </a:moveTo>
                <a:lnTo>
                  <a:pt x="16580" y="4558"/>
                </a:lnTo>
                <a:lnTo>
                  <a:pt x="16567" y="4599"/>
                </a:lnTo>
                <a:lnTo>
                  <a:pt x="16587" y="4649"/>
                </a:lnTo>
                <a:lnTo>
                  <a:pt x="16638" y="4742"/>
                </a:lnTo>
                <a:lnTo>
                  <a:pt x="16712" y="4769"/>
                </a:lnTo>
                <a:lnTo>
                  <a:pt x="16757" y="4752"/>
                </a:lnTo>
                <a:lnTo>
                  <a:pt x="16703" y="4649"/>
                </a:lnTo>
                <a:lnTo>
                  <a:pt x="16633" y="4552"/>
                </a:lnTo>
                <a:close/>
                <a:moveTo>
                  <a:pt x="10239" y="4686"/>
                </a:moveTo>
                <a:lnTo>
                  <a:pt x="10206" y="4696"/>
                </a:lnTo>
                <a:lnTo>
                  <a:pt x="10059" y="4876"/>
                </a:lnTo>
                <a:lnTo>
                  <a:pt x="10290" y="4865"/>
                </a:lnTo>
                <a:lnTo>
                  <a:pt x="10320" y="4804"/>
                </a:lnTo>
                <a:lnTo>
                  <a:pt x="10261" y="4701"/>
                </a:lnTo>
                <a:lnTo>
                  <a:pt x="10239" y="4686"/>
                </a:lnTo>
                <a:close/>
                <a:moveTo>
                  <a:pt x="13926" y="4750"/>
                </a:moveTo>
                <a:lnTo>
                  <a:pt x="13840" y="4775"/>
                </a:lnTo>
                <a:lnTo>
                  <a:pt x="13815" y="4806"/>
                </a:lnTo>
                <a:lnTo>
                  <a:pt x="13818" y="4814"/>
                </a:lnTo>
                <a:lnTo>
                  <a:pt x="13843" y="4907"/>
                </a:lnTo>
                <a:lnTo>
                  <a:pt x="13897" y="4934"/>
                </a:lnTo>
                <a:lnTo>
                  <a:pt x="13924" y="4887"/>
                </a:lnTo>
                <a:lnTo>
                  <a:pt x="13953" y="4831"/>
                </a:lnTo>
                <a:lnTo>
                  <a:pt x="13946" y="4767"/>
                </a:lnTo>
                <a:lnTo>
                  <a:pt x="13926" y="4750"/>
                </a:lnTo>
                <a:close/>
                <a:moveTo>
                  <a:pt x="15448" y="5124"/>
                </a:moveTo>
                <a:lnTo>
                  <a:pt x="15399" y="5166"/>
                </a:lnTo>
                <a:lnTo>
                  <a:pt x="15333" y="5185"/>
                </a:lnTo>
                <a:lnTo>
                  <a:pt x="15331" y="5230"/>
                </a:lnTo>
                <a:lnTo>
                  <a:pt x="15283" y="5243"/>
                </a:lnTo>
                <a:lnTo>
                  <a:pt x="15340" y="5286"/>
                </a:lnTo>
                <a:lnTo>
                  <a:pt x="15362" y="5282"/>
                </a:lnTo>
                <a:lnTo>
                  <a:pt x="15379" y="5227"/>
                </a:lnTo>
                <a:lnTo>
                  <a:pt x="15419" y="5223"/>
                </a:lnTo>
                <a:lnTo>
                  <a:pt x="15475" y="5203"/>
                </a:lnTo>
                <a:lnTo>
                  <a:pt x="15463" y="5139"/>
                </a:lnTo>
                <a:lnTo>
                  <a:pt x="15448" y="5124"/>
                </a:lnTo>
                <a:close/>
                <a:moveTo>
                  <a:pt x="11803" y="5142"/>
                </a:moveTo>
                <a:lnTo>
                  <a:pt x="11689" y="5164"/>
                </a:lnTo>
                <a:lnTo>
                  <a:pt x="11642" y="5206"/>
                </a:lnTo>
                <a:lnTo>
                  <a:pt x="11655" y="5319"/>
                </a:lnTo>
                <a:lnTo>
                  <a:pt x="11785" y="5400"/>
                </a:lnTo>
                <a:lnTo>
                  <a:pt x="11847" y="5344"/>
                </a:lnTo>
                <a:lnTo>
                  <a:pt x="12017" y="5299"/>
                </a:lnTo>
                <a:lnTo>
                  <a:pt x="11995" y="5176"/>
                </a:lnTo>
                <a:lnTo>
                  <a:pt x="11803" y="5142"/>
                </a:lnTo>
                <a:close/>
                <a:moveTo>
                  <a:pt x="12275" y="5158"/>
                </a:moveTo>
                <a:lnTo>
                  <a:pt x="12145" y="5161"/>
                </a:lnTo>
                <a:lnTo>
                  <a:pt x="12054" y="5168"/>
                </a:lnTo>
                <a:lnTo>
                  <a:pt x="12071" y="5220"/>
                </a:lnTo>
                <a:lnTo>
                  <a:pt x="12184" y="5249"/>
                </a:lnTo>
                <a:lnTo>
                  <a:pt x="12261" y="5235"/>
                </a:lnTo>
                <a:lnTo>
                  <a:pt x="12275" y="5158"/>
                </a:lnTo>
                <a:close/>
                <a:moveTo>
                  <a:pt x="16001" y="5235"/>
                </a:moveTo>
                <a:lnTo>
                  <a:pt x="15968" y="5275"/>
                </a:lnTo>
                <a:lnTo>
                  <a:pt x="15968" y="5356"/>
                </a:lnTo>
                <a:lnTo>
                  <a:pt x="16027" y="5344"/>
                </a:lnTo>
                <a:lnTo>
                  <a:pt x="16074" y="5321"/>
                </a:lnTo>
                <a:lnTo>
                  <a:pt x="16065" y="5265"/>
                </a:lnTo>
                <a:lnTo>
                  <a:pt x="16001" y="5235"/>
                </a:lnTo>
                <a:close/>
                <a:moveTo>
                  <a:pt x="11982" y="5479"/>
                </a:moveTo>
                <a:lnTo>
                  <a:pt x="11926" y="5511"/>
                </a:lnTo>
                <a:lnTo>
                  <a:pt x="11904" y="5585"/>
                </a:lnTo>
                <a:lnTo>
                  <a:pt x="11916" y="5590"/>
                </a:lnTo>
                <a:lnTo>
                  <a:pt x="12027" y="5580"/>
                </a:lnTo>
                <a:lnTo>
                  <a:pt x="12103" y="5557"/>
                </a:lnTo>
                <a:lnTo>
                  <a:pt x="12078" y="5518"/>
                </a:lnTo>
                <a:lnTo>
                  <a:pt x="11982" y="5479"/>
                </a:lnTo>
                <a:close/>
                <a:moveTo>
                  <a:pt x="2156" y="5700"/>
                </a:moveTo>
                <a:lnTo>
                  <a:pt x="2114" y="5722"/>
                </a:lnTo>
                <a:lnTo>
                  <a:pt x="2074" y="5873"/>
                </a:lnTo>
                <a:lnTo>
                  <a:pt x="2057" y="5890"/>
                </a:lnTo>
                <a:lnTo>
                  <a:pt x="2047" y="6038"/>
                </a:lnTo>
                <a:lnTo>
                  <a:pt x="2079" y="6019"/>
                </a:lnTo>
                <a:lnTo>
                  <a:pt x="2070" y="5974"/>
                </a:lnTo>
                <a:lnTo>
                  <a:pt x="2089" y="5959"/>
                </a:lnTo>
                <a:lnTo>
                  <a:pt x="2106" y="5871"/>
                </a:lnTo>
                <a:lnTo>
                  <a:pt x="2111" y="5792"/>
                </a:lnTo>
                <a:lnTo>
                  <a:pt x="2156" y="5700"/>
                </a:lnTo>
                <a:close/>
                <a:moveTo>
                  <a:pt x="2045" y="6689"/>
                </a:moveTo>
                <a:lnTo>
                  <a:pt x="2003" y="6760"/>
                </a:lnTo>
                <a:lnTo>
                  <a:pt x="1993" y="6827"/>
                </a:lnTo>
                <a:lnTo>
                  <a:pt x="2047" y="6893"/>
                </a:lnTo>
                <a:lnTo>
                  <a:pt x="2055" y="6881"/>
                </a:lnTo>
                <a:lnTo>
                  <a:pt x="2074" y="6851"/>
                </a:lnTo>
                <a:lnTo>
                  <a:pt x="2128" y="6876"/>
                </a:lnTo>
                <a:lnTo>
                  <a:pt x="2086" y="6812"/>
                </a:lnTo>
                <a:lnTo>
                  <a:pt x="2081" y="6733"/>
                </a:lnTo>
                <a:lnTo>
                  <a:pt x="2054" y="6743"/>
                </a:lnTo>
                <a:lnTo>
                  <a:pt x="2052" y="6737"/>
                </a:lnTo>
                <a:lnTo>
                  <a:pt x="2045" y="6689"/>
                </a:lnTo>
                <a:close/>
                <a:moveTo>
                  <a:pt x="3671" y="7001"/>
                </a:moveTo>
                <a:lnTo>
                  <a:pt x="3732" y="7065"/>
                </a:lnTo>
                <a:lnTo>
                  <a:pt x="3828" y="7033"/>
                </a:lnTo>
                <a:lnTo>
                  <a:pt x="3895" y="7087"/>
                </a:lnTo>
                <a:lnTo>
                  <a:pt x="4005" y="7130"/>
                </a:lnTo>
                <a:lnTo>
                  <a:pt x="4013" y="7233"/>
                </a:lnTo>
                <a:lnTo>
                  <a:pt x="4069" y="7312"/>
                </a:lnTo>
                <a:lnTo>
                  <a:pt x="4000" y="7406"/>
                </a:lnTo>
                <a:lnTo>
                  <a:pt x="3870" y="7518"/>
                </a:lnTo>
                <a:lnTo>
                  <a:pt x="3845" y="7423"/>
                </a:lnTo>
                <a:lnTo>
                  <a:pt x="3782" y="7369"/>
                </a:lnTo>
                <a:lnTo>
                  <a:pt x="3690" y="7460"/>
                </a:lnTo>
                <a:lnTo>
                  <a:pt x="3656" y="7361"/>
                </a:lnTo>
                <a:lnTo>
                  <a:pt x="3617" y="7406"/>
                </a:lnTo>
                <a:lnTo>
                  <a:pt x="3612" y="7487"/>
                </a:lnTo>
                <a:lnTo>
                  <a:pt x="3526" y="7644"/>
                </a:lnTo>
                <a:lnTo>
                  <a:pt x="3545" y="7794"/>
                </a:lnTo>
                <a:lnTo>
                  <a:pt x="3515" y="7856"/>
                </a:lnTo>
                <a:lnTo>
                  <a:pt x="3454" y="7890"/>
                </a:lnTo>
                <a:lnTo>
                  <a:pt x="3429" y="7927"/>
                </a:lnTo>
                <a:lnTo>
                  <a:pt x="3372" y="8041"/>
                </a:lnTo>
                <a:lnTo>
                  <a:pt x="3461" y="7954"/>
                </a:lnTo>
                <a:lnTo>
                  <a:pt x="3535" y="7992"/>
                </a:lnTo>
                <a:lnTo>
                  <a:pt x="3484" y="8095"/>
                </a:lnTo>
                <a:lnTo>
                  <a:pt x="3461" y="8243"/>
                </a:lnTo>
                <a:lnTo>
                  <a:pt x="3373" y="8206"/>
                </a:lnTo>
                <a:lnTo>
                  <a:pt x="3346" y="8085"/>
                </a:lnTo>
                <a:lnTo>
                  <a:pt x="3240" y="8177"/>
                </a:lnTo>
                <a:lnTo>
                  <a:pt x="3271" y="8248"/>
                </a:lnTo>
                <a:lnTo>
                  <a:pt x="3181" y="8317"/>
                </a:lnTo>
                <a:lnTo>
                  <a:pt x="3190" y="8437"/>
                </a:lnTo>
                <a:lnTo>
                  <a:pt x="3070" y="8566"/>
                </a:lnTo>
                <a:lnTo>
                  <a:pt x="3008" y="8681"/>
                </a:lnTo>
                <a:lnTo>
                  <a:pt x="2978" y="8704"/>
                </a:lnTo>
                <a:lnTo>
                  <a:pt x="2858" y="8588"/>
                </a:lnTo>
                <a:lnTo>
                  <a:pt x="2798" y="8423"/>
                </a:lnTo>
                <a:lnTo>
                  <a:pt x="2814" y="8287"/>
                </a:lnTo>
                <a:lnTo>
                  <a:pt x="2789" y="8166"/>
                </a:lnTo>
                <a:lnTo>
                  <a:pt x="2853" y="8038"/>
                </a:lnTo>
                <a:lnTo>
                  <a:pt x="2907" y="7970"/>
                </a:lnTo>
                <a:lnTo>
                  <a:pt x="2951" y="7975"/>
                </a:lnTo>
                <a:lnTo>
                  <a:pt x="2998" y="7947"/>
                </a:lnTo>
                <a:lnTo>
                  <a:pt x="3094" y="7863"/>
                </a:lnTo>
                <a:lnTo>
                  <a:pt x="3144" y="7930"/>
                </a:lnTo>
                <a:lnTo>
                  <a:pt x="3160" y="7866"/>
                </a:lnTo>
                <a:lnTo>
                  <a:pt x="3143" y="7816"/>
                </a:lnTo>
                <a:lnTo>
                  <a:pt x="3200" y="7676"/>
                </a:lnTo>
                <a:lnTo>
                  <a:pt x="3239" y="7560"/>
                </a:lnTo>
                <a:lnTo>
                  <a:pt x="3333" y="7309"/>
                </a:lnTo>
                <a:lnTo>
                  <a:pt x="3419" y="7235"/>
                </a:lnTo>
                <a:lnTo>
                  <a:pt x="3501" y="7036"/>
                </a:lnTo>
                <a:lnTo>
                  <a:pt x="3671" y="7001"/>
                </a:lnTo>
                <a:close/>
                <a:moveTo>
                  <a:pt x="13274" y="8740"/>
                </a:moveTo>
                <a:lnTo>
                  <a:pt x="13237" y="8777"/>
                </a:lnTo>
                <a:lnTo>
                  <a:pt x="13305" y="8847"/>
                </a:lnTo>
                <a:lnTo>
                  <a:pt x="13236" y="8957"/>
                </a:lnTo>
                <a:lnTo>
                  <a:pt x="13301" y="9204"/>
                </a:lnTo>
                <a:lnTo>
                  <a:pt x="13419" y="9362"/>
                </a:lnTo>
                <a:lnTo>
                  <a:pt x="13487" y="9603"/>
                </a:lnTo>
                <a:lnTo>
                  <a:pt x="13500" y="9746"/>
                </a:lnTo>
                <a:lnTo>
                  <a:pt x="13571" y="9936"/>
                </a:lnTo>
                <a:lnTo>
                  <a:pt x="13608" y="10117"/>
                </a:lnTo>
                <a:lnTo>
                  <a:pt x="13672" y="10261"/>
                </a:lnTo>
                <a:lnTo>
                  <a:pt x="13710" y="10100"/>
                </a:lnTo>
                <a:lnTo>
                  <a:pt x="13833" y="10181"/>
                </a:lnTo>
                <a:lnTo>
                  <a:pt x="13800" y="10054"/>
                </a:lnTo>
                <a:lnTo>
                  <a:pt x="13630" y="9904"/>
                </a:lnTo>
                <a:lnTo>
                  <a:pt x="13621" y="9623"/>
                </a:lnTo>
                <a:lnTo>
                  <a:pt x="13806" y="9630"/>
                </a:lnTo>
                <a:lnTo>
                  <a:pt x="13591" y="9351"/>
                </a:lnTo>
                <a:lnTo>
                  <a:pt x="13488" y="9184"/>
                </a:lnTo>
                <a:lnTo>
                  <a:pt x="13433" y="9009"/>
                </a:lnTo>
                <a:lnTo>
                  <a:pt x="13340" y="8849"/>
                </a:lnTo>
                <a:lnTo>
                  <a:pt x="13274" y="8740"/>
                </a:lnTo>
                <a:close/>
                <a:moveTo>
                  <a:pt x="20868" y="8859"/>
                </a:moveTo>
                <a:lnTo>
                  <a:pt x="20853" y="8871"/>
                </a:lnTo>
                <a:lnTo>
                  <a:pt x="20839" y="8903"/>
                </a:lnTo>
                <a:lnTo>
                  <a:pt x="20843" y="8926"/>
                </a:lnTo>
                <a:lnTo>
                  <a:pt x="20846" y="8933"/>
                </a:lnTo>
                <a:lnTo>
                  <a:pt x="20854" y="8928"/>
                </a:lnTo>
                <a:lnTo>
                  <a:pt x="20871" y="8935"/>
                </a:lnTo>
                <a:lnTo>
                  <a:pt x="20873" y="8884"/>
                </a:lnTo>
                <a:lnTo>
                  <a:pt x="20868" y="8859"/>
                </a:lnTo>
                <a:close/>
                <a:moveTo>
                  <a:pt x="20942" y="8859"/>
                </a:moveTo>
                <a:lnTo>
                  <a:pt x="20930" y="8863"/>
                </a:lnTo>
                <a:lnTo>
                  <a:pt x="20922" y="8873"/>
                </a:lnTo>
                <a:lnTo>
                  <a:pt x="20905" y="8898"/>
                </a:lnTo>
                <a:lnTo>
                  <a:pt x="20901" y="8906"/>
                </a:lnTo>
                <a:lnTo>
                  <a:pt x="20906" y="8925"/>
                </a:lnTo>
                <a:lnTo>
                  <a:pt x="20920" y="8942"/>
                </a:lnTo>
                <a:lnTo>
                  <a:pt x="20928" y="8984"/>
                </a:lnTo>
                <a:lnTo>
                  <a:pt x="20933" y="9004"/>
                </a:lnTo>
                <a:lnTo>
                  <a:pt x="20959" y="9031"/>
                </a:lnTo>
                <a:lnTo>
                  <a:pt x="20975" y="9071"/>
                </a:lnTo>
                <a:lnTo>
                  <a:pt x="20989" y="9058"/>
                </a:lnTo>
                <a:lnTo>
                  <a:pt x="20982" y="9019"/>
                </a:lnTo>
                <a:lnTo>
                  <a:pt x="20977" y="8958"/>
                </a:lnTo>
                <a:lnTo>
                  <a:pt x="20970" y="8883"/>
                </a:lnTo>
                <a:lnTo>
                  <a:pt x="20967" y="8873"/>
                </a:lnTo>
                <a:lnTo>
                  <a:pt x="20942" y="8859"/>
                </a:lnTo>
                <a:close/>
                <a:moveTo>
                  <a:pt x="20824" y="8900"/>
                </a:moveTo>
                <a:lnTo>
                  <a:pt x="20811" y="8955"/>
                </a:lnTo>
                <a:lnTo>
                  <a:pt x="20817" y="8979"/>
                </a:lnTo>
                <a:lnTo>
                  <a:pt x="20831" y="8916"/>
                </a:lnTo>
                <a:lnTo>
                  <a:pt x="20824" y="8900"/>
                </a:lnTo>
                <a:close/>
                <a:moveTo>
                  <a:pt x="224" y="8915"/>
                </a:moveTo>
                <a:cubicBezTo>
                  <a:pt x="203" y="9031"/>
                  <a:pt x="182" y="9147"/>
                  <a:pt x="165" y="9265"/>
                </a:cubicBezTo>
                <a:cubicBezTo>
                  <a:pt x="182" y="9147"/>
                  <a:pt x="203" y="9031"/>
                  <a:pt x="224" y="8915"/>
                </a:cubicBezTo>
                <a:close/>
                <a:moveTo>
                  <a:pt x="20767" y="8984"/>
                </a:moveTo>
                <a:lnTo>
                  <a:pt x="20760" y="8985"/>
                </a:lnTo>
                <a:lnTo>
                  <a:pt x="20762" y="9036"/>
                </a:lnTo>
                <a:lnTo>
                  <a:pt x="20767" y="9036"/>
                </a:lnTo>
                <a:lnTo>
                  <a:pt x="20785" y="9049"/>
                </a:lnTo>
                <a:lnTo>
                  <a:pt x="20795" y="9012"/>
                </a:lnTo>
                <a:lnTo>
                  <a:pt x="20797" y="9004"/>
                </a:lnTo>
                <a:lnTo>
                  <a:pt x="20795" y="8990"/>
                </a:lnTo>
                <a:lnTo>
                  <a:pt x="20767" y="8984"/>
                </a:lnTo>
                <a:close/>
                <a:moveTo>
                  <a:pt x="20689" y="9083"/>
                </a:moveTo>
                <a:lnTo>
                  <a:pt x="20683" y="9108"/>
                </a:lnTo>
                <a:lnTo>
                  <a:pt x="20684" y="9140"/>
                </a:lnTo>
                <a:lnTo>
                  <a:pt x="20688" y="9155"/>
                </a:lnTo>
                <a:lnTo>
                  <a:pt x="20710" y="9139"/>
                </a:lnTo>
                <a:lnTo>
                  <a:pt x="20706" y="9112"/>
                </a:lnTo>
                <a:lnTo>
                  <a:pt x="20689" y="9083"/>
                </a:lnTo>
                <a:close/>
                <a:moveTo>
                  <a:pt x="126" y="9570"/>
                </a:moveTo>
                <a:cubicBezTo>
                  <a:pt x="106" y="9743"/>
                  <a:pt x="91" y="9920"/>
                  <a:pt x="79" y="10096"/>
                </a:cubicBezTo>
                <a:cubicBezTo>
                  <a:pt x="91" y="9920"/>
                  <a:pt x="106" y="9744"/>
                  <a:pt x="126" y="9570"/>
                </a:cubicBezTo>
                <a:close/>
                <a:moveTo>
                  <a:pt x="66" y="10317"/>
                </a:moveTo>
                <a:cubicBezTo>
                  <a:pt x="57" y="10499"/>
                  <a:pt x="55" y="10683"/>
                  <a:pt x="56" y="10867"/>
                </a:cubicBezTo>
                <a:cubicBezTo>
                  <a:pt x="55" y="10845"/>
                  <a:pt x="54" y="10823"/>
                  <a:pt x="54" y="10800"/>
                </a:cubicBezTo>
                <a:cubicBezTo>
                  <a:pt x="54" y="10638"/>
                  <a:pt x="58" y="10477"/>
                  <a:pt x="66" y="10317"/>
                </a:cubicBezTo>
                <a:close/>
                <a:moveTo>
                  <a:pt x="13678" y="10340"/>
                </a:moveTo>
                <a:lnTo>
                  <a:pt x="13680" y="10492"/>
                </a:lnTo>
                <a:lnTo>
                  <a:pt x="13710" y="10753"/>
                </a:lnTo>
                <a:lnTo>
                  <a:pt x="13576" y="10800"/>
                </a:lnTo>
                <a:lnTo>
                  <a:pt x="13545" y="10957"/>
                </a:lnTo>
                <a:lnTo>
                  <a:pt x="13606" y="11133"/>
                </a:lnTo>
                <a:lnTo>
                  <a:pt x="13752" y="11091"/>
                </a:lnTo>
                <a:lnTo>
                  <a:pt x="13773" y="10872"/>
                </a:lnTo>
                <a:lnTo>
                  <a:pt x="14008" y="10938"/>
                </a:lnTo>
                <a:lnTo>
                  <a:pt x="14069" y="10724"/>
                </a:lnTo>
                <a:lnTo>
                  <a:pt x="14239" y="10615"/>
                </a:lnTo>
                <a:lnTo>
                  <a:pt x="14148" y="10425"/>
                </a:lnTo>
                <a:lnTo>
                  <a:pt x="14086" y="10529"/>
                </a:lnTo>
                <a:lnTo>
                  <a:pt x="13988" y="10517"/>
                </a:lnTo>
                <a:lnTo>
                  <a:pt x="13875" y="10487"/>
                </a:lnTo>
                <a:lnTo>
                  <a:pt x="13678" y="10340"/>
                </a:lnTo>
                <a:close/>
                <a:moveTo>
                  <a:pt x="13801" y="11118"/>
                </a:moveTo>
                <a:lnTo>
                  <a:pt x="13668" y="11189"/>
                </a:lnTo>
                <a:lnTo>
                  <a:pt x="13638" y="11318"/>
                </a:lnTo>
                <a:lnTo>
                  <a:pt x="13709" y="11515"/>
                </a:lnTo>
                <a:lnTo>
                  <a:pt x="13670" y="11759"/>
                </a:lnTo>
                <a:lnTo>
                  <a:pt x="13604" y="11850"/>
                </a:lnTo>
                <a:lnTo>
                  <a:pt x="13431" y="12079"/>
                </a:lnTo>
                <a:lnTo>
                  <a:pt x="13320" y="12014"/>
                </a:lnTo>
                <a:lnTo>
                  <a:pt x="13224" y="12369"/>
                </a:lnTo>
                <a:lnTo>
                  <a:pt x="13061" y="12362"/>
                </a:lnTo>
                <a:lnTo>
                  <a:pt x="12771" y="12466"/>
                </a:lnTo>
                <a:lnTo>
                  <a:pt x="12677" y="12608"/>
                </a:lnTo>
                <a:lnTo>
                  <a:pt x="12535" y="12724"/>
                </a:lnTo>
                <a:lnTo>
                  <a:pt x="12466" y="12850"/>
                </a:lnTo>
                <a:lnTo>
                  <a:pt x="12325" y="12924"/>
                </a:lnTo>
                <a:lnTo>
                  <a:pt x="12401" y="13040"/>
                </a:lnTo>
                <a:lnTo>
                  <a:pt x="12505" y="13081"/>
                </a:lnTo>
                <a:lnTo>
                  <a:pt x="12482" y="13249"/>
                </a:lnTo>
                <a:lnTo>
                  <a:pt x="12566" y="13310"/>
                </a:lnTo>
                <a:lnTo>
                  <a:pt x="12660" y="13221"/>
                </a:lnTo>
                <a:lnTo>
                  <a:pt x="12729" y="12897"/>
                </a:lnTo>
                <a:lnTo>
                  <a:pt x="12559" y="12785"/>
                </a:lnTo>
                <a:lnTo>
                  <a:pt x="12737" y="12756"/>
                </a:lnTo>
                <a:lnTo>
                  <a:pt x="12906" y="12642"/>
                </a:lnTo>
                <a:lnTo>
                  <a:pt x="13162" y="12554"/>
                </a:lnTo>
                <a:lnTo>
                  <a:pt x="13189" y="12689"/>
                </a:lnTo>
                <a:lnTo>
                  <a:pt x="13300" y="12739"/>
                </a:lnTo>
                <a:lnTo>
                  <a:pt x="13478" y="12488"/>
                </a:lnTo>
                <a:lnTo>
                  <a:pt x="13736" y="12418"/>
                </a:lnTo>
                <a:lnTo>
                  <a:pt x="13904" y="12286"/>
                </a:lnTo>
                <a:lnTo>
                  <a:pt x="13951" y="12140"/>
                </a:lnTo>
                <a:lnTo>
                  <a:pt x="13907" y="12056"/>
                </a:lnTo>
                <a:lnTo>
                  <a:pt x="13929" y="11898"/>
                </a:lnTo>
                <a:lnTo>
                  <a:pt x="13884" y="11712"/>
                </a:lnTo>
                <a:lnTo>
                  <a:pt x="13968" y="11495"/>
                </a:lnTo>
                <a:lnTo>
                  <a:pt x="13936" y="11347"/>
                </a:lnTo>
                <a:lnTo>
                  <a:pt x="13801" y="11118"/>
                </a:lnTo>
                <a:close/>
                <a:moveTo>
                  <a:pt x="66" y="11271"/>
                </a:moveTo>
                <a:cubicBezTo>
                  <a:pt x="69" y="11347"/>
                  <a:pt x="74" y="11424"/>
                  <a:pt x="79" y="11500"/>
                </a:cubicBezTo>
                <a:cubicBezTo>
                  <a:pt x="74" y="11424"/>
                  <a:pt x="69" y="11348"/>
                  <a:pt x="66" y="11271"/>
                </a:cubicBezTo>
                <a:close/>
                <a:moveTo>
                  <a:pt x="12992" y="12630"/>
                </a:moveTo>
                <a:lnTo>
                  <a:pt x="12939" y="12716"/>
                </a:lnTo>
                <a:lnTo>
                  <a:pt x="12850" y="12709"/>
                </a:lnTo>
                <a:lnTo>
                  <a:pt x="12780" y="12832"/>
                </a:lnTo>
                <a:lnTo>
                  <a:pt x="12788" y="12918"/>
                </a:lnTo>
                <a:lnTo>
                  <a:pt x="12896" y="12953"/>
                </a:lnTo>
                <a:lnTo>
                  <a:pt x="12923" y="12840"/>
                </a:lnTo>
                <a:lnTo>
                  <a:pt x="12995" y="12785"/>
                </a:lnTo>
                <a:lnTo>
                  <a:pt x="13066" y="12832"/>
                </a:lnTo>
                <a:lnTo>
                  <a:pt x="13135" y="12707"/>
                </a:lnTo>
                <a:lnTo>
                  <a:pt x="13108" y="12648"/>
                </a:lnTo>
                <a:lnTo>
                  <a:pt x="12992" y="12630"/>
                </a:lnTo>
                <a:close/>
                <a:moveTo>
                  <a:pt x="11108" y="14446"/>
                </a:moveTo>
                <a:lnTo>
                  <a:pt x="10972" y="14581"/>
                </a:lnTo>
                <a:lnTo>
                  <a:pt x="10872" y="14754"/>
                </a:lnTo>
                <a:lnTo>
                  <a:pt x="10893" y="14882"/>
                </a:lnTo>
                <a:lnTo>
                  <a:pt x="10983" y="15027"/>
                </a:lnTo>
                <a:lnTo>
                  <a:pt x="11058" y="14885"/>
                </a:lnTo>
                <a:lnTo>
                  <a:pt x="11159" y="14604"/>
                </a:lnTo>
                <a:lnTo>
                  <a:pt x="11185" y="14498"/>
                </a:lnTo>
                <a:lnTo>
                  <a:pt x="11108" y="14446"/>
                </a:lnTo>
                <a:close/>
                <a:moveTo>
                  <a:pt x="9135" y="15242"/>
                </a:moveTo>
                <a:lnTo>
                  <a:pt x="8942" y="15266"/>
                </a:lnTo>
                <a:lnTo>
                  <a:pt x="8851" y="15330"/>
                </a:lnTo>
                <a:lnTo>
                  <a:pt x="8846" y="15475"/>
                </a:lnTo>
                <a:lnTo>
                  <a:pt x="8985" y="15545"/>
                </a:lnTo>
                <a:lnTo>
                  <a:pt x="9142" y="15485"/>
                </a:lnTo>
                <a:lnTo>
                  <a:pt x="9189" y="15392"/>
                </a:lnTo>
                <a:lnTo>
                  <a:pt x="9270" y="15328"/>
                </a:lnTo>
                <a:lnTo>
                  <a:pt x="9235" y="15259"/>
                </a:lnTo>
                <a:lnTo>
                  <a:pt x="9135" y="15242"/>
                </a:lnTo>
                <a:close/>
                <a:moveTo>
                  <a:pt x="4057" y="15264"/>
                </a:moveTo>
                <a:lnTo>
                  <a:pt x="3962" y="15463"/>
                </a:lnTo>
                <a:lnTo>
                  <a:pt x="3964" y="15685"/>
                </a:lnTo>
                <a:lnTo>
                  <a:pt x="4023" y="15838"/>
                </a:lnTo>
                <a:lnTo>
                  <a:pt x="4151" y="15878"/>
                </a:lnTo>
                <a:lnTo>
                  <a:pt x="4217" y="15872"/>
                </a:lnTo>
                <a:lnTo>
                  <a:pt x="4254" y="15735"/>
                </a:lnTo>
                <a:lnTo>
                  <a:pt x="4200" y="15544"/>
                </a:lnTo>
                <a:lnTo>
                  <a:pt x="4144" y="15402"/>
                </a:lnTo>
                <a:lnTo>
                  <a:pt x="4057" y="15264"/>
                </a:lnTo>
                <a:close/>
                <a:moveTo>
                  <a:pt x="10982" y="15614"/>
                </a:moveTo>
                <a:lnTo>
                  <a:pt x="10923" y="15766"/>
                </a:lnTo>
                <a:lnTo>
                  <a:pt x="10906" y="16023"/>
                </a:lnTo>
                <a:lnTo>
                  <a:pt x="10832" y="15969"/>
                </a:lnTo>
                <a:lnTo>
                  <a:pt x="10839" y="16126"/>
                </a:lnTo>
                <a:lnTo>
                  <a:pt x="10866" y="16197"/>
                </a:lnTo>
                <a:lnTo>
                  <a:pt x="10957" y="16289"/>
                </a:lnTo>
                <a:lnTo>
                  <a:pt x="10980" y="16230"/>
                </a:lnTo>
                <a:lnTo>
                  <a:pt x="11034" y="16267"/>
                </a:lnTo>
                <a:lnTo>
                  <a:pt x="10977" y="16309"/>
                </a:lnTo>
                <a:lnTo>
                  <a:pt x="10968" y="16375"/>
                </a:lnTo>
                <a:lnTo>
                  <a:pt x="11059" y="16409"/>
                </a:lnTo>
                <a:lnTo>
                  <a:pt x="11224" y="16382"/>
                </a:lnTo>
                <a:lnTo>
                  <a:pt x="11342" y="16474"/>
                </a:lnTo>
                <a:lnTo>
                  <a:pt x="11389" y="16414"/>
                </a:lnTo>
                <a:lnTo>
                  <a:pt x="11456" y="16495"/>
                </a:lnTo>
                <a:lnTo>
                  <a:pt x="11601" y="16567"/>
                </a:lnTo>
                <a:lnTo>
                  <a:pt x="11618" y="16493"/>
                </a:lnTo>
                <a:lnTo>
                  <a:pt x="11557" y="16458"/>
                </a:lnTo>
                <a:lnTo>
                  <a:pt x="11574" y="16370"/>
                </a:lnTo>
                <a:lnTo>
                  <a:pt x="11345" y="16291"/>
                </a:lnTo>
                <a:lnTo>
                  <a:pt x="11265" y="16313"/>
                </a:lnTo>
                <a:lnTo>
                  <a:pt x="11169" y="16298"/>
                </a:lnTo>
                <a:lnTo>
                  <a:pt x="11127" y="16170"/>
                </a:lnTo>
                <a:lnTo>
                  <a:pt x="11153" y="16038"/>
                </a:lnTo>
                <a:lnTo>
                  <a:pt x="11260" y="15981"/>
                </a:lnTo>
                <a:lnTo>
                  <a:pt x="11305" y="15843"/>
                </a:lnTo>
                <a:lnTo>
                  <a:pt x="11243" y="15725"/>
                </a:lnTo>
                <a:lnTo>
                  <a:pt x="11271" y="15656"/>
                </a:lnTo>
                <a:lnTo>
                  <a:pt x="11254" y="15614"/>
                </a:lnTo>
                <a:lnTo>
                  <a:pt x="11199" y="15660"/>
                </a:lnTo>
                <a:lnTo>
                  <a:pt x="11090" y="15614"/>
                </a:lnTo>
                <a:lnTo>
                  <a:pt x="10982" y="15614"/>
                </a:lnTo>
                <a:close/>
                <a:moveTo>
                  <a:pt x="10913" y="16437"/>
                </a:moveTo>
                <a:lnTo>
                  <a:pt x="11007" y="16559"/>
                </a:lnTo>
                <a:lnTo>
                  <a:pt x="11086" y="16636"/>
                </a:lnTo>
                <a:lnTo>
                  <a:pt x="11133" y="16498"/>
                </a:lnTo>
                <a:lnTo>
                  <a:pt x="11069" y="16442"/>
                </a:lnTo>
                <a:lnTo>
                  <a:pt x="10913" y="16437"/>
                </a:lnTo>
                <a:close/>
                <a:moveTo>
                  <a:pt x="19834" y="16518"/>
                </a:moveTo>
                <a:lnTo>
                  <a:pt x="19812" y="16547"/>
                </a:lnTo>
                <a:lnTo>
                  <a:pt x="19745" y="16644"/>
                </a:lnTo>
                <a:lnTo>
                  <a:pt x="19715" y="16685"/>
                </a:lnTo>
                <a:lnTo>
                  <a:pt x="19657" y="16762"/>
                </a:lnTo>
                <a:lnTo>
                  <a:pt x="19652" y="16787"/>
                </a:lnTo>
                <a:lnTo>
                  <a:pt x="19721" y="16695"/>
                </a:lnTo>
                <a:lnTo>
                  <a:pt x="19790" y="16599"/>
                </a:lnTo>
                <a:lnTo>
                  <a:pt x="19801" y="16584"/>
                </a:lnTo>
                <a:lnTo>
                  <a:pt x="19834" y="16518"/>
                </a:lnTo>
                <a:close/>
                <a:moveTo>
                  <a:pt x="11812" y="16555"/>
                </a:moveTo>
                <a:lnTo>
                  <a:pt x="11635" y="16562"/>
                </a:lnTo>
                <a:lnTo>
                  <a:pt x="11749" y="16675"/>
                </a:lnTo>
                <a:lnTo>
                  <a:pt x="11753" y="16734"/>
                </a:lnTo>
                <a:lnTo>
                  <a:pt x="11645" y="16727"/>
                </a:lnTo>
                <a:lnTo>
                  <a:pt x="11675" y="16819"/>
                </a:lnTo>
                <a:lnTo>
                  <a:pt x="11731" y="16825"/>
                </a:lnTo>
                <a:lnTo>
                  <a:pt x="11741" y="16932"/>
                </a:lnTo>
                <a:lnTo>
                  <a:pt x="11828" y="16892"/>
                </a:lnTo>
                <a:lnTo>
                  <a:pt x="11781" y="16799"/>
                </a:lnTo>
                <a:lnTo>
                  <a:pt x="11776" y="16749"/>
                </a:lnTo>
                <a:lnTo>
                  <a:pt x="11918" y="16781"/>
                </a:lnTo>
                <a:lnTo>
                  <a:pt x="11862" y="16609"/>
                </a:lnTo>
                <a:lnTo>
                  <a:pt x="11812" y="16555"/>
                </a:lnTo>
                <a:close/>
                <a:moveTo>
                  <a:pt x="11201" y="16683"/>
                </a:moveTo>
                <a:lnTo>
                  <a:pt x="11229" y="16755"/>
                </a:lnTo>
                <a:lnTo>
                  <a:pt x="11216" y="16835"/>
                </a:lnTo>
                <a:lnTo>
                  <a:pt x="11224" y="16907"/>
                </a:lnTo>
                <a:lnTo>
                  <a:pt x="11340" y="16856"/>
                </a:lnTo>
                <a:lnTo>
                  <a:pt x="11425" y="16789"/>
                </a:lnTo>
                <a:lnTo>
                  <a:pt x="11428" y="16724"/>
                </a:lnTo>
                <a:lnTo>
                  <a:pt x="11310" y="16729"/>
                </a:lnTo>
                <a:lnTo>
                  <a:pt x="11201" y="16683"/>
                </a:lnTo>
                <a:close/>
                <a:moveTo>
                  <a:pt x="10763" y="16767"/>
                </a:moveTo>
                <a:lnTo>
                  <a:pt x="10667" y="16920"/>
                </a:lnTo>
                <a:lnTo>
                  <a:pt x="10554" y="17025"/>
                </a:lnTo>
                <a:lnTo>
                  <a:pt x="10421" y="17114"/>
                </a:lnTo>
                <a:lnTo>
                  <a:pt x="10329" y="17217"/>
                </a:lnTo>
                <a:lnTo>
                  <a:pt x="10576" y="17080"/>
                </a:lnTo>
                <a:lnTo>
                  <a:pt x="10674" y="16978"/>
                </a:lnTo>
                <a:lnTo>
                  <a:pt x="10797" y="16894"/>
                </a:lnTo>
                <a:lnTo>
                  <a:pt x="10763" y="16767"/>
                </a:lnTo>
                <a:close/>
                <a:moveTo>
                  <a:pt x="11605" y="16771"/>
                </a:moveTo>
                <a:lnTo>
                  <a:pt x="11470" y="16925"/>
                </a:lnTo>
                <a:lnTo>
                  <a:pt x="11499" y="16821"/>
                </a:lnTo>
                <a:lnTo>
                  <a:pt x="11398" y="16833"/>
                </a:lnTo>
                <a:lnTo>
                  <a:pt x="11377" y="16931"/>
                </a:lnTo>
                <a:lnTo>
                  <a:pt x="11332" y="16974"/>
                </a:lnTo>
                <a:lnTo>
                  <a:pt x="11295" y="17016"/>
                </a:lnTo>
                <a:lnTo>
                  <a:pt x="11409" y="17117"/>
                </a:lnTo>
                <a:lnTo>
                  <a:pt x="11467" y="17070"/>
                </a:lnTo>
                <a:lnTo>
                  <a:pt x="11524" y="16971"/>
                </a:lnTo>
                <a:lnTo>
                  <a:pt x="11589" y="16919"/>
                </a:lnTo>
                <a:lnTo>
                  <a:pt x="11605" y="16771"/>
                </a:lnTo>
                <a:close/>
                <a:moveTo>
                  <a:pt x="19622" y="16853"/>
                </a:moveTo>
                <a:lnTo>
                  <a:pt x="19605" y="16860"/>
                </a:lnTo>
                <a:lnTo>
                  <a:pt x="19573" y="16905"/>
                </a:lnTo>
                <a:lnTo>
                  <a:pt x="19536" y="16941"/>
                </a:lnTo>
                <a:lnTo>
                  <a:pt x="19482" y="17018"/>
                </a:lnTo>
                <a:lnTo>
                  <a:pt x="19471" y="17053"/>
                </a:lnTo>
                <a:lnTo>
                  <a:pt x="19516" y="17006"/>
                </a:lnTo>
                <a:lnTo>
                  <a:pt x="19582" y="16925"/>
                </a:lnTo>
                <a:lnTo>
                  <a:pt x="19622" y="16853"/>
                </a:lnTo>
                <a:close/>
                <a:moveTo>
                  <a:pt x="6375" y="16957"/>
                </a:moveTo>
                <a:lnTo>
                  <a:pt x="6386" y="17033"/>
                </a:lnTo>
                <a:lnTo>
                  <a:pt x="6558" y="17245"/>
                </a:lnTo>
                <a:lnTo>
                  <a:pt x="6686" y="17363"/>
                </a:lnTo>
                <a:lnTo>
                  <a:pt x="6774" y="17508"/>
                </a:lnTo>
                <a:lnTo>
                  <a:pt x="6928" y="17638"/>
                </a:lnTo>
                <a:lnTo>
                  <a:pt x="6992" y="17760"/>
                </a:lnTo>
                <a:lnTo>
                  <a:pt x="7043" y="17890"/>
                </a:lnTo>
                <a:lnTo>
                  <a:pt x="7198" y="18040"/>
                </a:lnTo>
                <a:lnTo>
                  <a:pt x="7334" y="18254"/>
                </a:lnTo>
                <a:lnTo>
                  <a:pt x="7425" y="18370"/>
                </a:lnTo>
                <a:lnTo>
                  <a:pt x="7561" y="18503"/>
                </a:lnTo>
                <a:lnTo>
                  <a:pt x="7640" y="18595"/>
                </a:lnTo>
                <a:lnTo>
                  <a:pt x="7874" y="18743"/>
                </a:lnTo>
                <a:lnTo>
                  <a:pt x="8031" y="18873"/>
                </a:lnTo>
                <a:lnTo>
                  <a:pt x="8230" y="18907"/>
                </a:lnTo>
                <a:lnTo>
                  <a:pt x="8231" y="18723"/>
                </a:lnTo>
                <a:lnTo>
                  <a:pt x="8273" y="18577"/>
                </a:lnTo>
                <a:lnTo>
                  <a:pt x="8184" y="18483"/>
                </a:lnTo>
                <a:lnTo>
                  <a:pt x="8050" y="18446"/>
                </a:lnTo>
                <a:lnTo>
                  <a:pt x="7986" y="18363"/>
                </a:lnTo>
                <a:lnTo>
                  <a:pt x="7954" y="18267"/>
                </a:lnTo>
                <a:lnTo>
                  <a:pt x="7890" y="18250"/>
                </a:lnTo>
                <a:lnTo>
                  <a:pt x="7785" y="18185"/>
                </a:lnTo>
                <a:lnTo>
                  <a:pt x="7858" y="18092"/>
                </a:lnTo>
                <a:lnTo>
                  <a:pt x="7721" y="18003"/>
                </a:lnTo>
                <a:lnTo>
                  <a:pt x="7619" y="17868"/>
                </a:lnTo>
                <a:lnTo>
                  <a:pt x="7469" y="17740"/>
                </a:lnTo>
                <a:lnTo>
                  <a:pt x="7289" y="17695"/>
                </a:lnTo>
                <a:lnTo>
                  <a:pt x="7124" y="17505"/>
                </a:lnTo>
                <a:lnTo>
                  <a:pt x="7029" y="17420"/>
                </a:lnTo>
                <a:lnTo>
                  <a:pt x="6896" y="17289"/>
                </a:lnTo>
                <a:lnTo>
                  <a:pt x="6750" y="17106"/>
                </a:lnTo>
                <a:lnTo>
                  <a:pt x="6484" y="16998"/>
                </a:lnTo>
                <a:lnTo>
                  <a:pt x="6375" y="16957"/>
                </a:lnTo>
                <a:close/>
                <a:moveTo>
                  <a:pt x="11854" y="16983"/>
                </a:moveTo>
                <a:lnTo>
                  <a:pt x="11867" y="17099"/>
                </a:lnTo>
                <a:lnTo>
                  <a:pt x="11738" y="17111"/>
                </a:lnTo>
                <a:lnTo>
                  <a:pt x="11707" y="17180"/>
                </a:lnTo>
                <a:lnTo>
                  <a:pt x="11568" y="17228"/>
                </a:lnTo>
                <a:lnTo>
                  <a:pt x="11500" y="17163"/>
                </a:lnTo>
                <a:lnTo>
                  <a:pt x="11401" y="17223"/>
                </a:lnTo>
                <a:lnTo>
                  <a:pt x="11283" y="17269"/>
                </a:lnTo>
                <a:lnTo>
                  <a:pt x="11211" y="17397"/>
                </a:lnTo>
                <a:lnTo>
                  <a:pt x="11243" y="17439"/>
                </a:lnTo>
                <a:lnTo>
                  <a:pt x="11379" y="17353"/>
                </a:lnTo>
                <a:lnTo>
                  <a:pt x="11467" y="17355"/>
                </a:lnTo>
                <a:lnTo>
                  <a:pt x="11525" y="17291"/>
                </a:lnTo>
                <a:lnTo>
                  <a:pt x="11643" y="17355"/>
                </a:lnTo>
                <a:lnTo>
                  <a:pt x="11588" y="17429"/>
                </a:lnTo>
                <a:lnTo>
                  <a:pt x="11642" y="17531"/>
                </a:lnTo>
                <a:lnTo>
                  <a:pt x="11860" y="17602"/>
                </a:lnTo>
                <a:lnTo>
                  <a:pt x="11914" y="17531"/>
                </a:lnTo>
                <a:lnTo>
                  <a:pt x="11852" y="17427"/>
                </a:lnTo>
                <a:lnTo>
                  <a:pt x="11938" y="17346"/>
                </a:lnTo>
                <a:lnTo>
                  <a:pt x="12009" y="17491"/>
                </a:lnTo>
                <a:lnTo>
                  <a:pt x="12069" y="17351"/>
                </a:lnTo>
                <a:lnTo>
                  <a:pt x="12057" y="17271"/>
                </a:lnTo>
                <a:lnTo>
                  <a:pt x="12037" y="17173"/>
                </a:lnTo>
                <a:lnTo>
                  <a:pt x="12022" y="17117"/>
                </a:lnTo>
                <a:lnTo>
                  <a:pt x="12005" y="17043"/>
                </a:lnTo>
                <a:lnTo>
                  <a:pt x="11854" y="16983"/>
                </a:lnTo>
                <a:close/>
                <a:moveTo>
                  <a:pt x="10243" y="17427"/>
                </a:moveTo>
                <a:lnTo>
                  <a:pt x="10149" y="17538"/>
                </a:lnTo>
                <a:lnTo>
                  <a:pt x="10004" y="17631"/>
                </a:lnTo>
                <a:lnTo>
                  <a:pt x="9844" y="17700"/>
                </a:lnTo>
                <a:lnTo>
                  <a:pt x="9770" y="17747"/>
                </a:lnTo>
                <a:lnTo>
                  <a:pt x="9677" y="17829"/>
                </a:lnTo>
                <a:lnTo>
                  <a:pt x="9543" y="17930"/>
                </a:lnTo>
                <a:lnTo>
                  <a:pt x="9320" y="17939"/>
                </a:lnTo>
                <a:lnTo>
                  <a:pt x="9241" y="17956"/>
                </a:lnTo>
                <a:lnTo>
                  <a:pt x="9203" y="18068"/>
                </a:lnTo>
                <a:lnTo>
                  <a:pt x="9059" y="18077"/>
                </a:lnTo>
                <a:lnTo>
                  <a:pt x="8923" y="18015"/>
                </a:lnTo>
                <a:lnTo>
                  <a:pt x="8814" y="18090"/>
                </a:lnTo>
                <a:lnTo>
                  <a:pt x="8792" y="18210"/>
                </a:lnTo>
                <a:lnTo>
                  <a:pt x="8817" y="18329"/>
                </a:lnTo>
                <a:lnTo>
                  <a:pt x="8906" y="18452"/>
                </a:lnTo>
                <a:lnTo>
                  <a:pt x="8999" y="18499"/>
                </a:lnTo>
                <a:lnTo>
                  <a:pt x="9029" y="18673"/>
                </a:lnTo>
                <a:lnTo>
                  <a:pt x="9181" y="18705"/>
                </a:lnTo>
                <a:lnTo>
                  <a:pt x="9304" y="18711"/>
                </a:lnTo>
                <a:lnTo>
                  <a:pt x="9371" y="18779"/>
                </a:lnTo>
                <a:lnTo>
                  <a:pt x="9591" y="18754"/>
                </a:lnTo>
                <a:lnTo>
                  <a:pt x="9686" y="18801"/>
                </a:lnTo>
                <a:lnTo>
                  <a:pt x="9819" y="18818"/>
                </a:lnTo>
                <a:lnTo>
                  <a:pt x="9893" y="18898"/>
                </a:lnTo>
                <a:lnTo>
                  <a:pt x="10105" y="18855"/>
                </a:lnTo>
                <a:lnTo>
                  <a:pt x="10132" y="18900"/>
                </a:lnTo>
                <a:lnTo>
                  <a:pt x="10204" y="18713"/>
                </a:lnTo>
                <a:lnTo>
                  <a:pt x="10207" y="18587"/>
                </a:lnTo>
                <a:lnTo>
                  <a:pt x="10388" y="18504"/>
                </a:lnTo>
                <a:lnTo>
                  <a:pt x="10381" y="18387"/>
                </a:lnTo>
                <a:lnTo>
                  <a:pt x="10443" y="18297"/>
                </a:lnTo>
                <a:lnTo>
                  <a:pt x="10665" y="18286"/>
                </a:lnTo>
                <a:lnTo>
                  <a:pt x="10455" y="18156"/>
                </a:lnTo>
                <a:lnTo>
                  <a:pt x="10487" y="18094"/>
                </a:lnTo>
                <a:lnTo>
                  <a:pt x="10351" y="17959"/>
                </a:lnTo>
                <a:lnTo>
                  <a:pt x="10457" y="17836"/>
                </a:lnTo>
                <a:lnTo>
                  <a:pt x="10595" y="17791"/>
                </a:lnTo>
                <a:lnTo>
                  <a:pt x="10561" y="17722"/>
                </a:lnTo>
                <a:lnTo>
                  <a:pt x="10687" y="17715"/>
                </a:lnTo>
                <a:lnTo>
                  <a:pt x="10701" y="17659"/>
                </a:lnTo>
                <a:lnTo>
                  <a:pt x="10544" y="17614"/>
                </a:lnTo>
                <a:lnTo>
                  <a:pt x="10421" y="17570"/>
                </a:lnTo>
                <a:lnTo>
                  <a:pt x="10415" y="17508"/>
                </a:lnTo>
                <a:lnTo>
                  <a:pt x="10319" y="17430"/>
                </a:lnTo>
                <a:lnTo>
                  <a:pt x="10243" y="17427"/>
                </a:lnTo>
                <a:close/>
                <a:moveTo>
                  <a:pt x="17829" y="17580"/>
                </a:moveTo>
                <a:lnTo>
                  <a:pt x="17782" y="17611"/>
                </a:lnTo>
                <a:lnTo>
                  <a:pt x="17801" y="17661"/>
                </a:lnTo>
                <a:lnTo>
                  <a:pt x="17887" y="17696"/>
                </a:lnTo>
                <a:lnTo>
                  <a:pt x="17912" y="17663"/>
                </a:lnTo>
                <a:lnTo>
                  <a:pt x="17865" y="17643"/>
                </a:lnTo>
                <a:lnTo>
                  <a:pt x="17829" y="17580"/>
                </a:lnTo>
                <a:close/>
                <a:moveTo>
                  <a:pt x="16468" y="17646"/>
                </a:moveTo>
                <a:lnTo>
                  <a:pt x="16382" y="17648"/>
                </a:lnTo>
                <a:lnTo>
                  <a:pt x="16336" y="17696"/>
                </a:lnTo>
                <a:lnTo>
                  <a:pt x="16451" y="17685"/>
                </a:lnTo>
                <a:lnTo>
                  <a:pt x="16540" y="17698"/>
                </a:lnTo>
                <a:lnTo>
                  <a:pt x="16609" y="17707"/>
                </a:lnTo>
                <a:lnTo>
                  <a:pt x="16643" y="17739"/>
                </a:lnTo>
                <a:lnTo>
                  <a:pt x="16668" y="17797"/>
                </a:lnTo>
                <a:lnTo>
                  <a:pt x="16720" y="17742"/>
                </a:lnTo>
                <a:lnTo>
                  <a:pt x="16705" y="17686"/>
                </a:lnTo>
                <a:lnTo>
                  <a:pt x="16648" y="17675"/>
                </a:lnTo>
                <a:lnTo>
                  <a:pt x="16587" y="17651"/>
                </a:lnTo>
                <a:lnTo>
                  <a:pt x="16522" y="17649"/>
                </a:lnTo>
                <a:lnTo>
                  <a:pt x="16468" y="17646"/>
                </a:lnTo>
                <a:close/>
                <a:moveTo>
                  <a:pt x="17653" y="17654"/>
                </a:moveTo>
                <a:lnTo>
                  <a:pt x="17543" y="17670"/>
                </a:lnTo>
                <a:lnTo>
                  <a:pt x="17479" y="17678"/>
                </a:lnTo>
                <a:lnTo>
                  <a:pt x="17456" y="17703"/>
                </a:lnTo>
                <a:lnTo>
                  <a:pt x="17506" y="17712"/>
                </a:lnTo>
                <a:lnTo>
                  <a:pt x="17579" y="17708"/>
                </a:lnTo>
                <a:lnTo>
                  <a:pt x="17685" y="17691"/>
                </a:lnTo>
                <a:lnTo>
                  <a:pt x="17681" y="17671"/>
                </a:lnTo>
                <a:lnTo>
                  <a:pt x="17653" y="17654"/>
                </a:lnTo>
                <a:close/>
                <a:moveTo>
                  <a:pt x="16951" y="17696"/>
                </a:moveTo>
                <a:lnTo>
                  <a:pt x="16927" y="17720"/>
                </a:lnTo>
                <a:lnTo>
                  <a:pt x="16952" y="17796"/>
                </a:lnTo>
                <a:lnTo>
                  <a:pt x="17013" y="17838"/>
                </a:lnTo>
                <a:lnTo>
                  <a:pt x="17074" y="17850"/>
                </a:lnTo>
                <a:lnTo>
                  <a:pt x="17117" y="17818"/>
                </a:lnTo>
                <a:lnTo>
                  <a:pt x="17143" y="17772"/>
                </a:lnTo>
                <a:lnTo>
                  <a:pt x="17075" y="17769"/>
                </a:lnTo>
                <a:lnTo>
                  <a:pt x="17008" y="17730"/>
                </a:lnTo>
                <a:lnTo>
                  <a:pt x="16964" y="17725"/>
                </a:lnTo>
                <a:lnTo>
                  <a:pt x="16951" y="17696"/>
                </a:lnTo>
                <a:close/>
                <a:moveTo>
                  <a:pt x="17952" y="17723"/>
                </a:moveTo>
                <a:lnTo>
                  <a:pt x="17925" y="17737"/>
                </a:lnTo>
                <a:lnTo>
                  <a:pt x="17848" y="17762"/>
                </a:lnTo>
                <a:lnTo>
                  <a:pt x="17887" y="17797"/>
                </a:lnTo>
                <a:lnTo>
                  <a:pt x="17983" y="17737"/>
                </a:lnTo>
                <a:lnTo>
                  <a:pt x="17952" y="17723"/>
                </a:lnTo>
                <a:close/>
                <a:moveTo>
                  <a:pt x="17220" y="17739"/>
                </a:moveTo>
                <a:lnTo>
                  <a:pt x="17210" y="17762"/>
                </a:lnTo>
                <a:lnTo>
                  <a:pt x="17266" y="17779"/>
                </a:lnTo>
                <a:lnTo>
                  <a:pt x="17328" y="17771"/>
                </a:lnTo>
                <a:lnTo>
                  <a:pt x="17358" y="17749"/>
                </a:lnTo>
                <a:lnTo>
                  <a:pt x="17304" y="17742"/>
                </a:lnTo>
                <a:lnTo>
                  <a:pt x="17220" y="17739"/>
                </a:lnTo>
                <a:close/>
                <a:moveTo>
                  <a:pt x="17772" y="17749"/>
                </a:moveTo>
                <a:lnTo>
                  <a:pt x="17732" y="17752"/>
                </a:lnTo>
                <a:lnTo>
                  <a:pt x="17641" y="17791"/>
                </a:lnTo>
                <a:lnTo>
                  <a:pt x="17624" y="17841"/>
                </a:lnTo>
                <a:lnTo>
                  <a:pt x="17651" y="17841"/>
                </a:lnTo>
                <a:lnTo>
                  <a:pt x="17735" y="17801"/>
                </a:lnTo>
                <a:lnTo>
                  <a:pt x="17791" y="17764"/>
                </a:lnTo>
                <a:lnTo>
                  <a:pt x="17772" y="17749"/>
                </a:lnTo>
                <a:close/>
                <a:moveTo>
                  <a:pt x="18474" y="17750"/>
                </a:moveTo>
                <a:lnTo>
                  <a:pt x="18425" y="17764"/>
                </a:lnTo>
                <a:lnTo>
                  <a:pt x="18402" y="17841"/>
                </a:lnTo>
                <a:lnTo>
                  <a:pt x="18408" y="17856"/>
                </a:lnTo>
                <a:lnTo>
                  <a:pt x="18437" y="17831"/>
                </a:lnTo>
                <a:lnTo>
                  <a:pt x="18466" y="17819"/>
                </a:lnTo>
                <a:lnTo>
                  <a:pt x="18474" y="17750"/>
                </a:lnTo>
                <a:close/>
                <a:moveTo>
                  <a:pt x="16564" y="17771"/>
                </a:moveTo>
                <a:lnTo>
                  <a:pt x="16469" y="17814"/>
                </a:lnTo>
                <a:lnTo>
                  <a:pt x="16481" y="17880"/>
                </a:lnTo>
                <a:lnTo>
                  <a:pt x="16390" y="17962"/>
                </a:lnTo>
                <a:lnTo>
                  <a:pt x="16341" y="18021"/>
                </a:lnTo>
                <a:lnTo>
                  <a:pt x="16249" y="18070"/>
                </a:lnTo>
                <a:lnTo>
                  <a:pt x="16237" y="18011"/>
                </a:lnTo>
                <a:lnTo>
                  <a:pt x="16213" y="18025"/>
                </a:lnTo>
                <a:lnTo>
                  <a:pt x="16185" y="18092"/>
                </a:lnTo>
                <a:lnTo>
                  <a:pt x="16096" y="18137"/>
                </a:lnTo>
                <a:lnTo>
                  <a:pt x="15951" y="18178"/>
                </a:lnTo>
                <a:lnTo>
                  <a:pt x="15934" y="18220"/>
                </a:lnTo>
                <a:lnTo>
                  <a:pt x="16025" y="18217"/>
                </a:lnTo>
                <a:lnTo>
                  <a:pt x="16156" y="18198"/>
                </a:lnTo>
                <a:lnTo>
                  <a:pt x="16242" y="18163"/>
                </a:lnTo>
                <a:lnTo>
                  <a:pt x="16326" y="18100"/>
                </a:lnTo>
                <a:lnTo>
                  <a:pt x="16417" y="18035"/>
                </a:lnTo>
                <a:lnTo>
                  <a:pt x="16444" y="17989"/>
                </a:lnTo>
                <a:lnTo>
                  <a:pt x="16528" y="17944"/>
                </a:lnTo>
                <a:lnTo>
                  <a:pt x="16587" y="17846"/>
                </a:lnTo>
                <a:lnTo>
                  <a:pt x="16596" y="17777"/>
                </a:lnTo>
                <a:lnTo>
                  <a:pt x="16564" y="17771"/>
                </a:lnTo>
                <a:close/>
                <a:moveTo>
                  <a:pt x="18454" y="17840"/>
                </a:moveTo>
                <a:lnTo>
                  <a:pt x="18439" y="17870"/>
                </a:lnTo>
                <a:lnTo>
                  <a:pt x="18462" y="17883"/>
                </a:lnTo>
                <a:lnTo>
                  <a:pt x="18508" y="17840"/>
                </a:lnTo>
                <a:lnTo>
                  <a:pt x="18454" y="17840"/>
                </a:lnTo>
                <a:close/>
                <a:moveTo>
                  <a:pt x="12339" y="18042"/>
                </a:moveTo>
                <a:lnTo>
                  <a:pt x="12276" y="18097"/>
                </a:lnTo>
                <a:lnTo>
                  <a:pt x="12239" y="18208"/>
                </a:lnTo>
                <a:lnTo>
                  <a:pt x="12295" y="18373"/>
                </a:lnTo>
                <a:lnTo>
                  <a:pt x="12371" y="18449"/>
                </a:lnTo>
                <a:lnTo>
                  <a:pt x="12423" y="18427"/>
                </a:lnTo>
                <a:lnTo>
                  <a:pt x="12345" y="18366"/>
                </a:lnTo>
                <a:lnTo>
                  <a:pt x="12374" y="18284"/>
                </a:lnTo>
                <a:lnTo>
                  <a:pt x="12470" y="18286"/>
                </a:lnTo>
                <a:lnTo>
                  <a:pt x="12480" y="18168"/>
                </a:lnTo>
                <a:lnTo>
                  <a:pt x="12461" y="18116"/>
                </a:lnTo>
                <a:lnTo>
                  <a:pt x="12352" y="18114"/>
                </a:lnTo>
                <a:lnTo>
                  <a:pt x="12339" y="18042"/>
                </a:lnTo>
                <a:close/>
                <a:moveTo>
                  <a:pt x="11803" y="18158"/>
                </a:moveTo>
                <a:lnTo>
                  <a:pt x="11620" y="18265"/>
                </a:lnTo>
                <a:lnTo>
                  <a:pt x="11403" y="18281"/>
                </a:lnTo>
                <a:lnTo>
                  <a:pt x="11167" y="18269"/>
                </a:lnTo>
                <a:lnTo>
                  <a:pt x="11021" y="18232"/>
                </a:lnTo>
                <a:lnTo>
                  <a:pt x="10861" y="18331"/>
                </a:lnTo>
                <a:lnTo>
                  <a:pt x="10820" y="18387"/>
                </a:lnTo>
                <a:lnTo>
                  <a:pt x="10726" y="18582"/>
                </a:lnTo>
                <a:lnTo>
                  <a:pt x="10701" y="18685"/>
                </a:lnTo>
                <a:lnTo>
                  <a:pt x="10623" y="18765"/>
                </a:lnTo>
                <a:lnTo>
                  <a:pt x="10680" y="18851"/>
                </a:lnTo>
                <a:lnTo>
                  <a:pt x="10760" y="18853"/>
                </a:lnTo>
                <a:lnTo>
                  <a:pt x="10788" y="18971"/>
                </a:lnTo>
                <a:lnTo>
                  <a:pt x="10736" y="19082"/>
                </a:lnTo>
                <a:lnTo>
                  <a:pt x="10815" y="19117"/>
                </a:lnTo>
                <a:lnTo>
                  <a:pt x="10935" y="19100"/>
                </a:lnTo>
                <a:lnTo>
                  <a:pt x="10926" y="18927"/>
                </a:lnTo>
                <a:lnTo>
                  <a:pt x="10911" y="18784"/>
                </a:lnTo>
                <a:lnTo>
                  <a:pt x="11036" y="18743"/>
                </a:lnTo>
                <a:lnTo>
                  <a:pt x="11022" y="18866"/>
                </a:lnTo>
                <a:lnTo>
                  <a:pt x="11157" y="18935"/>
                </a:lnTo>
                <a:lnTo>
                  <a:pt x="11133" y="18982"/>
                </a:lnTo>
                <a:lnTo>
                  <a:pt x="11179" y="19016"/>
                </a:lnTo>
                <a:lnTo>
                  <a:pt x="11362" y="18964"/>
                </a:lnTo>
                <a:lnTo>
                  <a:pt x="11271" y="19065"/>
                </a:lnTo>
                <a:lnTo>
                  <a:pt x="11345" y="19104"/>
                </a:lnTo>
                <a:lnTo>
                  <a:pt x="11445" y="19067"/>
                </a:lnTo>
                <a:lnTo>
                  <a:pt x="11446" y="18988"/>
                </a:lnTo>
                <a:lnTo>
                  <a:pt x="11280" y="18851"/>
                </a:lnTo>
                <a:lnTo>
                  <a:pt x="11313" y="18807"/>
                </a:lnTo>
                <a:lnTo>
                  <a:pt x="11137" y="18651"/>
                </a:lnTo>
                <a:lnTo>
                  <a:pt x="11302" y="18597"/>
                </a:lnTo>
                <a:lnTo>
                  <a:pt x="11384" y="18520"/>
                </a:lnTo>
                <a:lnTo>
                  <a:pt x="11465" y="18535"/>
                </a:lnTo>
                <a:lnTo>
                  <a:pt x="11480" y="18474"/>
                </a:lnTo>
                <a:lnTo>
                  <a:pt x="11132" y="18530"/>
                </a:lnTo>
                <a:lnTo>
                  <a:pt x="11029" y="18589"/>
                </a:lnTo>
                <a:lnTo>
                  <a:pt x="10861" y="18474"/>
                </a:lnTo>
                <a:lnTo>
                  <a:pt x="10888" y="18375"/>
                </a:lnTo>
                <a:lnTo>
                  <a:pt x="11052" y="18355"/>
                </a:lnTo>
                <a:lnTo>
                  <a:pt x="11366" y="18341"/>
                </a:lnTo>
                <a:lnTo>
                  <a:pt x="11546" y="18360"/>
                </a:lnTo>
                <a:lnTo>
                  <a:pt x="11687" y="18328"/>
                </a:lnTo>
                <a:lnTo>
                  <a:pt x="11837" y="18185"/>
                </a:lnTo>
                <a:lnTo>
                  <a:pt x="11803" y="18158"/>
                </a:lnTo>
                <a:close/>
                <a:moveTo>
                  <a:pt x="15321" y="18210"/>
                </a:moveTo>
                <a:lnTo>
                  <a:pt x="15007" y="18237"/>
                </a:lnTo>
                <a:lnTo>
                  <a:pt x="14707" y="18237"/>
                </a:lnTo>
                <a:lnTo>
                  <a:pt x="14518" y="18262"/>
                </a:lnTo>
                <a:lnTo>
                  <a:pt x="14389" y="18250"/>
                </a:lnTo>
                <a:lnTo>
                  <a:pt x="14237" y="18242"/>
                </a:lnTo>
                <a:lnTo>
                  <a:pt x="14077" y="18279"/>
                </a:lnTo>
                <a:lnTo>
                  <a:pt x="13870" y="18400"/>
                </a:lnTo>
                <a:lnTo>
                  <a:pt x="13717" y="18563"/>
                </a:lnTo>
                <a:lnTo>
                  <a:pt x="13532" y="18523"/>
                </a:lnTo>
                <a:lnTo>
                  <a:pt x="13483" y="18326"/>
                </a:lnTo>
                <a:lnTo>
                  <a:pt x="13455" y="18284"/>
                </a:lnTo>
                <a:lnTo>
                  <a:pt x="13162" y="18279"/>
                </a:lnTo>
                <a:lnTo>
                  <a:pt x="13067" y="18334"/>
                </a:lnTo>
                <a:lnTo>
                  <a:pt x="12818" y="18402"/>
                </a:lnTo>
                <a:lnTo>
                  <a:pt x="12896" y="18456"/>
                </a:lnTo>
                <a:lnTo>
                  <a:pt x="13061" y="18456"/>
                </a:lnTo>
                <a:lnTo>
                  <a:pt x="13133" y="18520"/>
                </a:lnTo>
                <a:lnTo>
                  <a:pt x="13401" y="18477"/>
                </a:lnTo>
                <a:lnTo>
                  <a:pt x="13416" y="18508"/>
                </a:lnTo>
                <a:lnTo>
                  <a:pt x="13285" y="18528"/>
                </a:lnTo>
                <a:lnTo>
                  <a:pt x="13088" y="18604"/>
                </a:lnTo>
                <a:lnTo>
                  <a:pt x="13226" y="18644"/>
                </a:lnTo>
                <a:lnTo>
                  <a:pt x="13226" y="18696"/>
                </a:lnTo>
                <a:lnTo>
                  <a:pt x="13266" y="18735"/>
                </a:lnTo>
                <a:lnTo>
                  <a:pt x="13337" y="18713"/>
                </a:lnTo>
                <a:lnTo>
                  <a:pt x="13391" y="18644"/>
                </a:lnTo>
                <a:lnTo>
                  <a:pt x="13662" y="18708"/>
                </a:lnTo>
                <a:lnTo>
                  <a:pt x="13810" y="18688"/>
                </a:lnTo>
                <a:lnTo>
                  <a:pt x="14151" y="18717"/>
                </a:lnTo>
                <a:lnTo>
                  <a:pt x="14232" y="18796"/>
                </a:lnTo>
                <a:lnTo>
                  <a:pt x="14271" y="18912"/>
                </a:lnTo>
                <a:lnTo>
                  <a:pt x="14158" y="18969"/>
                </a:lnTo>
                <a:lnTo>
                  <a:pt x="14076" y="19078"/>
                </a:lnTo>
                <a:lnTo>
                  <a:pt x="14300" y="19023"/>
                </a:lnTo>
                <a:lnTo>
                  <a:pt x="14345" y="18981"/>
                </a:lnTo>
                <a:lnTo>
                  <a:pt x="14522" y="18957"/>
                </a:lnTo>
                <a:lnTo>
                  <a:pt x="14668" y="19008"/>
                </a:lnTo>
                <a:lnTo>
                  <a:pt x="14847" y="18964"/>
                </a:lnTo>
                <a:lnTo>
                  <a:pt x="14941" y="18954"/>
                </a:lnTo>
                <a:lnTo>
                  <a:pt x="15079" y="18875"/>
                </a:lnTo>
                <a:lnTo>
                  <a:pt x="15065" y="18799"/>
                </a:lnTo>
                <a:lnTo>
                  <a:pt x="15173" y="18730"/>
                </a:lnTo>
                <a:lnTo>
                  <a:pt x="15320" y="18651"/>
                </a:lnTo>
                <a:lnTo>
                  <a:pt x="15533" y="18627"/>
                </a:lnTo>
                <a:lnTo>
                  <a:pt x="15609" y="18696"/>
                </a:lnTo>
                <a:lnTo>
                  <a:pt x="15697" y="18723"/>
                </a:lnTo>
                <a:lnTo>
                  <a:pt x="15815" y="18747"/>
                </a:lnTo>
                <a:lnTo>
                  <a:pt x="15976" y="18700"/>
                </a:lnTo>
                <a:lnTo>
                  <a:pt x="16112" y="18658"/>
                </a:lnTo>
                <a:lnTo>
                  <a:pt x="16148" y="18669"/>
                </a:lnTo>
                <a:lnTo>
                  <a:pt x="16254" y="18619"/>
                </a:lnTo>
                <a:lnTo>
                  <a:pt x="16277" y="18580"/>
                </a:lnTo>
                <a:lnTo>
                  <a:pt x="16114" y="18604"/>
                </a:lnTo>
                <a:lnTo>
                  <a:pt x="16165" y="18563"/>
                </a:lnTo>
                <a:lnTo>
                  <a:pt x="16043" y="18594"/>
                </a:lnTo>
                <a:lnTo>
                  <a:pt x="16057" y="18541"/>
                </a:lnTo>
                <a:lnTo>
                  <a:pt x="15963" y="18582"/>
                </a:lnTo>
                <a:lnTo>
                  <a:pt x="15872" y="18503"/>
                </a:lnTo>
                <a:lnTo>
                  <a:pt x="15732" y="18483"/>
                </a:lnTo>
                <a:lnTo>
                  <a:pt x="15702" y="18417"/>
                </a:lnTo>
                <a:lnTo>
                  <a:pt x="15855" y="18350"/>
                </a:lnTo>
                <a:lnTo>
                  <a:pt x="15820" y="18301"/>
                </a:lnTo>
                <a:lnTo>
                  <a:pt x="15547" y="18326"/>
                </a:lnTo>
                <a:lnTo>
                  <a:pt x="15527" y="18264"/>
                </a:lnTo>
                <a:lnTo>
                  <a:pt x="15436" y="18235"/>
                </a:lnTo>
                <a:lnTo>
                  <a:pt x="15321" y="18210"/>
                </a:lnTo>
                <a:close/>
                <a:moveTo>
                  <a:pt x="18161" y="18447"/>
                </a:moveTo>
                <a:lnTo>
                  <a:pt x="18122" y="18454"/>
                </a:lnTo>
                <a:lnTo>
                  <a:pt x="18055" y="18471"/>
                </a:lnTo>
                <a:lnTo>
                  <a:pt x="18028" y="18474"/>
                </a:lnTo>
                <a:lnTo>
                  <a:pt x="17989" y="18483"/>
                </a:lnTo>
                <a:lnTo>
                  <a:pt x="17935" y="18499"/>
                </a:lnTo>
                <a:lnTo>
                  <a:pt x="17882" y="18536"/>
                </a:lnTo>
                <a:lnTo>
                  <a:pt x="17883" y="18555"/>
                </a:lnTo>
                <a:lnTo>
                  <a:pt x="17934" y="18562"/>
                </a:lnTo>
                <a:lnTo>
                  <a:pt x="17988" y="18552"/>
                </a:lnTo>
                <a:lnTo>
                  <a:pt x="18052" y="18528"/>
                </a:lnTo>
                <a:lnTo>
                  <a:pt x="18104" y="18503"/>
                </a:lnTo>
                <a:lnTo>
                  <a:pt x="18161" y="18447"/>
                </a:lnTo>
                <a:close/>
                <a:moveTo>
                  <a:pt x="12604" y="18666"/>
                </a:moveTo>
                <a:lnTo>
                  <a:pt x="12376" y="18696"/>
                </a:lnTo>
                <a:lnTo>
                  <a:pt x="12330" y="18769"/>
                </a:lnTo>
                <a:lnTo>
                  <a:pt x="12458" y="18760"/>
                </a:lnTo>
                <a:lnTo>
                  <a:pt x="12564" y="18740"/>
                </a:lnTo>
                <a:lnTo>
                  <a:pt x="12717" y="18732"/>
                </a:lnTo>
                <a:lnTo>
                  <a:pt x="12872" y="18764"/>
                </a:lnTo>
                <a:lnTo>
                  <a:pt x="12806" y="18678"/>
                </a:lnTo>
                <a:lnTo>
                  <a:pt x="12604" y="18666"/>
                </a:lnTo>
                <a:close/>
                <a:moveTo>
                  <a:pt x="12163" y="18752"/>
                </a:moveTo>
                <a:lnTo>
                  <a:pt x="11975" y="18772"/>
                </a:lnTo>
                <a:lnTo>
                  <a:pt x="12010" y="18823"/>
                </a:lnTo>
                <a:lnTo>
                  <a:pt x="12140" y="18836"/>
                </a:lnTo>
                <a:lnTo>
                  <a:pt x="12209" y="18789"/>
                </a:lnTo>
                <a:lnTo>
                  <a:pt x="12163" y="18752"/>
                </a:lnTo>
                <a:close/>
                <a:moveTo>
                  <a:pt x="17946" y="18802"/>
                </a:moveTo>
                <a:cubicBezTo>
                  <a:pt x="17938" y="18809"/>
                  <a:pt x="17931" y="18817"/>
                  <a:pt x="17924" y="18824"/>
                </a:cubicBezTo>
                <a:lnTo>
                  <a:pt x="17914" y="18824"/>
                </a:lnTo>
                <a:lnTo>
                  <a:pt x="17946" y="18802"/>
                </a:lnTo>
                <a:close/>
                <a:moveTo>
                  <a:pt x="13537" y="18848"/>
                </a:moveTo>
                <a:lnTo>
                  <a:pt x="13497" y="18895"/>
                </a:lnTo>
                <a:lnTo>
                  <a:pt x="13463" y="18944"/>
                </a:lnTo>
                <a:lnTo>
                  <a:pt x="13476" y="19028"/>
                </a:lnTo>
                <a:lnTo>
                  <a:pt x="13574" y="18932"/>
                </a:lnTo>
                <a:lnTo>
                  <a:pt x="13576" y="18876"/>
                </a:lnTo>
                <a:lnTo>
                  <a:pt x="13537" y="18848"/>
                </a:lnTo>
                <a:close/>
                <a:moveTo>
                  <a:pt x="8273" y="18920"/>
                </a:moveTo>
                <a:lnTo>
                  <a:pt x="8154" y="19009"/>
                </a:lnTo>
                <a:lnTo>
                  <a:pt x="8319" y="19048"/>
                </a:lnTo>
                <a:lnTo>
                  <a:pt x="8354" y="19102"/>
                </a:lnTo>
                <a:lnTo>
                  <a:pt x="8687" y="19201"/>
                </a:lnTo>
                <a:lnTo>
                  <a:pt x="8762" y="19198"/>
                </a:lnTo>
                <a:lnTo>
                  <a:pt x="8896" y="19228"/>
                </a:lnTo>
                <a:lnTo>
                  <a:pt x="9110" y="19297"/>
                </a:lnTo>
                <a:lnTo>
                  <a:pt x="9283" y="19336"/>
                </a:lnTo>
                <a:lnTo>
                  <a:pt x="9475" y="19365"/>
                </a:lnTo>
                <a:lnTo>
                  <a:pt x="9642" y="19375"/>
                </a:lnTo>
                <a:lnTo>
                  <a:pt x="9846" y="19435"/>
                </a:lnTo>
                <a:lnTo>
                  <a:pt x="10056" y="19405"/>
                </a:lnTo>
                <a:lnTo>
                  <a:pt x="9827" y="19326"/>
                </a:lnTo>
                <a:lnTo>
                  <a:pt x="9549" y="19282"/>
                </a:lnTo>
                <a:lnTo>
                  <a:pt x="9480" y="19203"/>
                </a:lnTo>
                <a:lnTo>
                  <a:pt x="9137" y="19112"/>
                </a:lnTo>
                <a:lnTo>
                  <a:pt x="9097" y="19154"/>
                </a:lnTo>
                <a:lnTo>
                  <a:pt x="8745" y="19097"/>
                </a:lnTo>
                <a:lnTo>
                  <a:pt x="8719" y="19053"/>
                </a:lnTo>
                <a:lnTo>
                  <a:pt x="8642" y="19033"/>
                </a:lnTo>
                <a:lnTo>
                  <a:pt x="8494" y="18964"/>
                </a:lnTo>
                <a:lnTo>
                  <a:pt x="8273" y="18920"/>
                </a:lnTo>
                <a:close/>
                <a:moveTo>
                  <a:pt x="17420" y="19141"/>
                </a:moveTo>
                <a:lnTo>
                  <a:pt x="17378" y="19161"/>
                </a:lnTo>
                <a:lnTo>
                  <a:pt x="17301" y="19211"/>
                </a:lnTo>
                <a:lnTo>
                  <a:pt x="17171" y="19296"/>
                </a:lnTo>
                <a:lnTo>
                  <a:pt x="17089" y="19353"/>
                </a:lnTo>
                <a:lnTo>
                  <a:pt x="17069" y="19344"/>
                </a:lnTo>
                <a:lnTo>
                  <a:pt x="17005" y="19403"/>
                </a:lnTo>
                <a:lnTo>
                  <a:pt x="16894" y="19482"/>
                </a:lnTo>
                <a:lnTo>
                  <a:pt x="16804" y="19526"/>
                </a:lnTo>
                <a:lnTo>
                  <a:pt x="16653" y="19600"/>
                </a:lnTo>
                <a:lnTo>
                  <a:pt x="16540" y="19671"/>
                </a:lnTo>
                <a:lnTo>
                  <a:pt x="16469" y="19713"/>
                </a:lnTo>
                <a:lnTo>
                  <a:pt x="16392" y="19777"/>
                </a:lnTo>
                <a:lnTo>
                  <a:pt x="16370" y="19811"/>
                </a:lnTo>
                <a:lnTo>
                  <a:pt x="16281" y="19883"/>
                </a:lnTo>
                <a:lnTo>
                  <a:pt x="16301" y="19885"/>
                </a:lnTo>
                <a:lnTo>
                  <a:pt x="16422" y="19827"/>
                </a:lnTo>
                <a:lnTo>
                  <a:pt x="16633" y="19708"/>
                </a:lnTo>
                <a:lnTo>
                  <a:pt x="16708" y="19654"/>
                </a:lnTo>
                <a:lnTo>
                  <a:pt x="16809" y="19588"/>
                </a:lnTo>
                <a:lnTo>
                  <a:pt x="16936" y="19504"/>
                </a:lnTo>
                <a:lnTo>
                  <a:pt x="17040" y="19439"/>
                </a:lnTo>
                <a:lnTo>
                  <a:pt x="17151" y="19373"/>
                </a:lnTo>
                <a:lnTo>
                  <a:pt x="17210" y="19333"/>
                </a:lnTo>
                <a:lnTo>
                  <a:pt x="17277" y="19294"/>
                </a:lnTo>
                <a:lnTo>
                  <a:pt x="17383" y="19216"/>
                </a:lnTo>
                <a:lnTo>
                  <a:pt x="17360" y="19220"/>
                </a:lnTo>
                <a:lnTo>
                  <a:pt x="17338" y="19220"/>
                </a:lnTo>
                <a:lnTo>
                  <a:pt x="17439" y="19144"/>
                </a:lnTo>
                <a:lnTo>
                  <a:pt x="17420" y="19141"/>
                </a:lnTo>
                <a:close/>
                <a:moveTo>
                  <a:pt x="12143" y="19361"/>
                </a:moveTo>
                <a:lnTo>
                  <a:pt x="12086" y="19380"/>
                </a:lnTo>
                <a:lnTo>
                  <a:pt x="11956" y="19393"/>
                </a:lnTo>
                <a:lnTo>
                  <a:pt x="11797" y="19429"/>
                </a:lnTo>
                <a:lnTo>
                  <a:pt x="11775" y="19455"/>
                </a:lnTo>
                <a:lnTo>
                  <a:pt x="11591" y="19509"/>
                </a:lnTo>
                <a:lnTo>
                  <a:pt x="11510" y="19580"/>
                </a:lnTo>
                <a:lnTo>
                  <a:pt x="11494" y="19617"/>
                </a:lnTo>
                <a:lnTo>
                  <a:pt x="11515" y="19629"/>
                </a:lnTo>
                <a:lnTo>
                  <a:pt x="11674" y="19597"/>
                </a:lnTo>
                <a:lnTo>
                  <a:pt x="11795" y="19509"/>
                </a:lnTo>
                <a:lnTo>
                  <a:pt x="11951" y="19467"/>
                </a:lnTo>
                <a:lnTo>
                  <a:pt x="12145" y="19405"/>
                </a:lnTo>
                <a:lnTo>
                  <a:pt x="12214" y="19368"/>
                </a:lnTo>
                <a:lnTo>
                  <a:pt x="12143" y="19361"/>
                </a:lnTo>
                <a:close/>
                <a:moveTo>
                  <a:pt x="11394" y="19386"/>
                </a:moveTo>
                <a:lnTo>
                  <a:pt x="11226" y="19432"/>
                </a:lnTo>
                <a:lnTo>
                  <a:pt x="11103" y="19444"/>
                </a:lnTo>
                <a:lnTo>
                  <a:pt x="10987" y="19412"/>
                </a:lnTo>
                <a:lnTo>
                  <a:pt x="10839" y="19435"/>
                </a:lnTo>
                <a:lnTo>
                  <a:pt x="10840" y="19476"/>
                </a:lnTo>
                <a:lnTo>
                  <a:pt x="11086" y="19487"/>
                </a:lnTo>
                <a:lnTo>
                  <a:pt x="11366" y="19449"/>
                </a:lnTo>
                <a:lnTo>
                  <a:pt x="11394" y="19386"/>
                </a:lnTo>
                <a:close/>
                <a:moveTo>
                  <a:pt x="10463" y="19392"/>
                </a:moveTo>
                <a:lnTo>
                  <a:pt x="10415" y="19429"/>
                </a:lnTo>
                <a:lnTo>
                  <a:pt x="10312" y="19427"/>
                </a:lnTo>
                <a:lnTo>
                  <a:pt x="10250" y="19487"/>
                </a:lnTo>
                <a:lnTo>
                  <a:pt x="10349" y="19493"/>
                </a:lnTo>
                <a:lnTo>
                  <a:pt x="10477" y="19481"/>
                </a:lnTo>
                <a:lnTo>
                  <a:pt x="10692" y="19464"/>
                </a:lnTo>
                <a:lnTo>
                  <a:pt x="10645" y="19415"/>
                </a:lnTo>
                <a:lnTo>
                  <a:pt x="10531" y="19422"/>
                </a:lnTo>
                <a:lnTo>
                  <a:pt x="10463" y="19392"/>
                </a:lnTo>
                <a:close/>
                <a:moveTo>
                  <a:pt x="10835" y="19536"/>
                </a:moveTo>
                <a:lnTo>
                  <a:pt x="10662" y="19556"/>
                </a:lnTo>
                <a:lnTo>
                  <a:pt x="10908" y="19632"/>
                </a:lnTo>
                <a:lnTo>
                  <a:pt x="10987" y="19629"/>
                </a:lnTo>
                <a:lnTo>
                  <a:pt x="10997" y="19600"/>
                </a:lnTo>
                <a:lnTo>
                  <a:pt x="10933" y="19568"/>
                </a:lnTo>
                <a:lnTo>
                  <a:pt x="10835" y="19536"/>
                </a:lnTo>
                <a:close/>
              </a:path>
            </a:pathLst>
          </a:custGeom>
          <a:solidFill>
            <a:srgbClr val="0433FF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 rtl="0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299" name="線"/>
          <p:cNvSpPr/>
          <p:nvPr/>
        </p:nvSpPr>
        <p:spPr>
          <a:xfrm flipH="1">
            <a:off x="10203275" y="2714890"/>
            <a:ext cx="1" cy="4072584"/>
          </a:xfrm>
          <a:prstGeom prst="line">
            <a:avLst/>
          </a:prstGeom>
          <a:ln w="190500">
            <a:solidFill>
              <a:srgbClr val="FFFB00"/>
            </a:solidFill>
            <a:miter lim="400000"/>
            <a:tailEnd type="triangle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2" name="線"/>
          <p:cNvSpPr/>
          <p:nvPr/>
        </p:nvSpPr>
        <p:spPr>
          <a:xfrm>
            <a:off x="1071016" y="1391529"/>
            <a:ext cx="18264519" cy="1"/>
          </a:xfrm>
          <a:prstGeom prst="line">
            <a:avLst/>
          </a:prstGeom>
          <a:ln w="76200">
            <a:solidFill>
              <a:srgbClr val="929292"/>
            </a:solidFill>
            <a:custDash>
              <a:ds d="200000" sp="200000"/>
            </a:custDash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3" name="線"/>
          <p:cNvSpPr/>
          <p:nvPr/>
        </p:nvSpPr>
        <p:spPr>
          <a:xfrm>
            <a:off x="1071016" y="3254614"/>
            <a:ext cx="18264519" cy="1"/>
          </a:xfrm>
          <a:prstGeom prst="line">
            <a:avLst/>
          </a:prstGeom>
          <a:ln w="76200">
            <a:solidFill>
              <a:srgbClr val="929292"/>
            </a:solidFill>
            <a:custDash>
              <a:ds d="200000" sp="200000"/>
            </a:custDash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4" name="線"/>
          <p:cNvSpPr/>
          <p:nvPr/>
        </p:nvSpPr>
        <p:spPr>
          <a:xfrm>
            <a:off x="1071016" y="5542900"/>
            <a:ext cx="18264519" cy="1"/>
          </a:xfrm>
          <a:prstGeom prst="line">
            <a:avLst/>
          </a:prstGeom>
          <a:ln w="76200">
            <a:solidFill>
              <a:srgbClr val="929292"/>
            </a:solidFill>
            <a:custDash>
              <a:ds d="200000" sp="200000"/>
            </a:custDash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5" name="線"/>
          <p:cNvSpPr/>
          <p:nvPr/>
        </p:nvSpPr>
        <p:spPr>
          <a:xfrm>
            <a:off x="1071016" y="7831187"/>
            <a:ext cx="18264519" cy="1"/>
          </a:xfrm>
          <a:prstGeom prst="line">
            <a:avLst/>
          </a:prstGeom>
          <a:ln w="76200">
            <a:solidFill>
              <a:srgbClr val="929292"/>
            </a:solidFill>
            <a:custDash>
              <a:ds d="200000" sp="200000"/>
            </a:custDash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6" name="線"/>
          <p:cNvSpPr/>
          <p:nvPr/>
        </p:nvSpPr>
        <p:spPr>
          <a:xfrm>
            <a:off x="1071016" y="10545742"/>
            <a:ext cx="18264519" cy="1"/>
          </a:xfrm>
          <a:prstGeom prst="line">
            <a:avLst/>
          </a:prstGeom>
          <a:ln w="76200">
            <a:solidFill>
              <a:srgbClr val="929292"/>
            </a:solidFill>
            <a:custDash>
              <a:ds d="200000" sp="200000"/>
            </a:custDash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07" name="３次元"/>
          <p:cNvSpPr txBox="1"/>
          <p:nvPr/>
        </p:nvSpPr>
        <p:spPr>
          <a:xfrm>
            <a:off x="1738694" y="8894949"/>
            <a:ext cx="1479199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>
                <a:solidFill>
                  <a:srgbClr val="008F00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３次元</a:t>
            </a:r>
          </a:p>
        </p:txBody>
      </p:sp>
      <p:sp>
        <p:nvSpPr>
          <p:cNvPr id="308" name="４次元"/>
          <p:cNvSpPr txBox="1"/>
          <p:nvPr/>
        </p:nvSpPr>
        <p:spPr>
          <a:xfrm>
            <a:off x="1738694" y="6507892"/>
            <a:ext cx="1479199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>
                <a:solidFill>
                  <a:srgbClr val="009051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４次元</a:t>
            </a:r>
          </a:p>
        </p:txBody>
      </p:sp>
      <p:sp>
        <p:nvSpPr>
          <p:cNvPr id="309" name="５次元"/>
          <p:cNvSpPr txBox="1"/>
          <p:nvPr/>
        </p:nvSpPr>
        <p:spPr>
          <a:xfrm>
            <a:off x="1738694" y="4120833"/>
            <a:ext cx="1479199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５次元</a:t>
            </a:r>
          </a:p>
        </p:txBody>
      </p:sp>
      <p:sp>
        <p:nvSpPr>
          <p:cNvPr id="310" name="６次元"/>
          <p:cNvSpPr txBox="1"/>
          <p:nvPr/>
        </p:nvSpPr>
        <p:spPr>
          <a:xfrm>
            <a:off x="1738694" y="2029557"/>
            <a:ext cx="1479199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６次元</a:t>
            </a:r>
          </a:p>
        </p:txBody>
      </p:sp>
      <p:sp>
        <p:nvSpPr>
          <p:cNvPr id="311" name="７次元以上"/>
          <p:cNvSpPr txBox="1"/>
          <p:nvPr/>
        </p:nvSpPr>
        <p:spPr>
          <a:xfrm>
            <a:off x="1738694" y="431982"/>
            <a:ext cx="2408940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>
                <a:solidFill>
                  <a:srgbClr val="011993"/>
                </a:solidFill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７次元以上</a:t>
            </a:r>
          </a:p>
        </p:txBody>
      </p:sp>
      <p:sp>
        <p:nvSpPr>
          <p:cNvPr id="312" name="線"/>
          <p:cNvSpPr/>
          <p:nvPr/>
        </p:nvSpPr>
        <p:spPr>
          <a:xfrm flipV="1">
            <a:off x="10203275" y="8192801"/>
            <a:ext cx="1" cy="916202"/>
          </a:xfrm>
          <a:prstGeom prst="line">
            <a:avLst/>
          </a:prstGeom>
          <a:ln w="190500">
            <a:solidFill>
              <a:srgbClr val="FF9300"/>
            </a:solidFill>
            <a:miter lim="400000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13" name="線"/>
          <p:cNvSpPr/>
          <p:nvPr/>
        </p:nvSpPr>
        <p:spPr>
          <a:xfrm>
            <a:off x="10203275" y="6053859"/>
            <a:ext cx="1" cy="2740130"/>
          </a:xfrm>
          <a:prstGeom prst="line">
            <a:avLst/>
          </a:prstGeom>
          <a:ln w="190500">
            <a:solidFill>
              <a:srgbClr val="FFFB00"/>
            </a:solidFill>
            <a:miter lim="400000"/>
            <a:tailEnd type="triangle"/>
          </a:ln>
        </p:spPr>
        <p:txBody>
          <a:bodyPr lIns="41884" tIns="41884" rIns="41884" bIns="41884" anchor="ctr"/>
          <a:lstStyle/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endParaRPr sz="3628">
              <a:solidFill>
                <a:srgbClr val="000000"/>
              </a:solidFill>
              <a:latin typeface="Canela Text Regular"/>
              <a:sym typeface="Canela Text Regular"/>
            </a:endParaRPr>
          </a:p>
        </p:txBody>
      </p:sp>
      <p:sp>
        <p:nvSpPr>
          <p:cNvPr id="314" name="全て“ある”・ノージャッジ…"/>
          <p:cNvSpPr txBox="1"/>
          <p:nvPr/>
        </p:nvSpPr>
        <p:spPr>
          <a:xfrm>
            <a:off x="13822500" y="1650093"/>
            <a:ext cx="5586093" cy="1345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全て“ある”・ノージャッジ</a:t>
            </a:r>
          </a:p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時間の概念がない</a:t>
            </a:r>
          </a:p>
        </p:txBody>
      </p:sp>
      <p:sp>
        <p:nvSpPr>
          <p:cNvPr id="315" name="パラレルワールド…"/>
          <p:cNvSpPr txBox="1"/>
          <p:nvPr/>
        </p:nvSpPr>
        <p:spPr>
          <a:xfrm>
            <a:off x="13784028" y="3775474"/>
            <a:ext cx="5663037" cy="1345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パラレルワールド</a:t>
            </a:r>
          </a:p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情報認識・なんでも選べる</a:t>
            </a:r>
          </a:p>
        </p:txBody>
      </p:sp>
      <p:sp>
        <p:nvSpPr>
          <p:cNvPr id="316" name="顕在意識・感情…"/>
          <p:cNvSpPr txBox="1"/>
          <p:nvPr/>
        </p:nvSpPr>
        <p:spPr>
          <a:xfrm>
            <a:off x="14713771" y="6014066"/>
            <a:ext cx="3803553" cy="1345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顕在意識・感情</a:t>
            </a:r>
          </a:p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思考・欲求・感覚</a:t>
            </a:r>
          </a:p>
        </p:txBody>
      </p:sp>
      <p:sp>
        <p:nvSpPr>
          <p:cNvPr id="317" name="ワンネス・ソース"/>
          <p:cNvSpPr txBox="1"/>
          <p:nvPr/>
        </p:nvSpPr>
        <p:spPr>
          <a:xfrm>
            <a:off x="15475733" y="531373"/>
            <a:ext cx="3803553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ワンネス・ソース</a:t>
            </a:r>
          </a:p>
        </p:txBody>
      </p:sp>
      <p:sp>
        <p:nvSpPr>
          <p:cNvPr id="318" name="空間＋時間"/>
          <p:cNvSpPr txBox="1"/>
          <p:nvPr/>
        </p:nvSpPr>
        <p:spPr>
          <a:xfrm>
            <a:off x="3930041" y="6768363"/>
            <a:ext cx="2408941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空間＋時間</a:t>
            </a:r>
          </a:p>
        </p:txBody>
      </p:sp>
      <p:sp>
        <p:nvSpPr>
          <p:cNvPr id="319" name="立体空間"/>
          <p:cNvSpPr txBox="1"/>
          <p:nvPr/>
        </p:nvSpPr>
        <p:spPr>
          <a:xfrm>
            <a:off x="4162476" y="8895483"/>
            <a:ext cx="1944070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立体空間</a:t>
            </a:r>
          </a:p>
        </p:txBody>
      </p:sp>
      <p:sp>
        <p:nvSpPr>
          <p:cNvPr id="320" name="肉体・魂の器・情報受信…"/>
          <p:cNvSpPr txBox="1"/>
          <p:nvPr/>
        </p:nvSpPr>
        <p:spPr>
          <a:xfrm>
            <a:off x="13551594" y="8636143"/>
            <a:ext cx="6127908" cy="1345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肉体・魂の器・情報受信</a:t>
            </a:r>
          </a:p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3628">
                <a:solidFill>
                  <a:srgbClr val="011993"/>
                </a:solidFill>
                <a:latin typeface="ヒラギノ角ゴ ProN W3"/>
                <a:sym typeface="ヒラギノ角ゴ ProN W3"/>
              </a:rPr>
              <a:t>欲・今ここ・目にみえる現実</a:t>
            </a:r>
          </a:p>
        </p:txBody>
      </p:sp>
      <p:sp>
        <p:nvSpPr>
          <p:cNvPr id="321" name="超空間"/>
          <p:cNvSpPr txBox="1"/>
          <p:nvPr/>
        </p:nvSpPr>
        <p:spPr>
          <a:xfrm>
            <a:off x="4394912" y="6180928"/>
            <a:ext cx="1479200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超空間</a:t>
            </a:r>
          </a:p>
        </p:txBody>
      </p:sp>
      <p:sp>
        <p:nvSpPr>
          <p:cNvPr id="322" name="超超空間"/>
          <p:cNvSpPr txBox="1"/>
          <p:nvPr/>
        </p:nvSpPr>
        <p:spPr>
          <a:xfrm>
            <a:off x="4162476" y="4154937"/>
            <a:ext cx="1944070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超超空間</a:t>
            </a:r>
          </a:p>
        </p:txBody>
      </p:sp>
      <p:sp>
        <p:nvSpPr>
          <p:cNvPr id="323" name="超超超空間"/>
          <p:cNvSpPr txBox="1"/>
          <p:nvPr/>
        </p:nvSpPr>
        <p:spPr>
          <a:xfrm>
            <a:off x="3930041" y="1820713"/>
            <a:ext cx="2408941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超超超空間</a:t>
            </a:r>
          </a:p>
        </p:txBody>
      </p:sp>
      <p:sp>
        <p:nvSpPr>
          <p:cNvPr id="324" name="時間も超越"/>
          <p:cNvSpPr txBox="1"/>
          <p:nvPr/>
        </p:nvSpPr>
        <p:spPr>
          <a:xfrm>
            <a:off x="3952565" y="2327243"/>
            <a:ext cx="2408941" cy="58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 algn="ctr"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3628"/>
              <a:t>時間も超越</a:t>
            </a:r>
          </a:p>
        </p:txBody>
      </p:sp>
      <p:sp>
        <p:nvSpPr>
          <p:cNvPr id="325" name="楕円"/>
          <p:cNvSpPr/>
          <p:nvPr/>
        </p:nvSpPr>
        <p:spPr>
          <a:xfrm>
            <a:off x="7728388" y="5474152"/>
            <a:ext cx="5105400" cy="2279796"/>
          </a:xfrm>
          <a:prstGeom prst="ellipse">
            <a:avLst/>
          </a:prstGeom>
          <a:solidFill>
            <a:srgbClr val="C0C0C0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 rtl="0" hangingPunct="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FFFFFF"/>
              </a:solidFill>
              <a:latin typeface="Graphik"/>
              <a:sym typeface="Graphik"/>
            </a:endParaRPr>
          </a:p>
        </p:txBody>
      </p:sp>
      <p:sp>
        <p:nvSpPr>
          <p:cNvPr id="326" name="自我・主観"/>
          <p:cNvSpPr txBox="1"/>
          <p:nvPr/>
        </p:nvSpPr>
        <p:spPr>
          <a:xfrm>
            <a:off x="8998101" y="6450043"/>
            <a:ext cx="2737556" cy="65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 sz="5000" b="1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4123"/>
              <a:t>自我・主観</a:t>
            </a:r>
          </a:p>
        </p:txBody>
      </p:sp>
      <p:sp>
        <p:nvSpPr>
          <p:cNvPr id="327" name="楕円"/>
          <p:cNvSpPr/>
          <p:nvPr/>
        </p:nvSpPr>
        <p:spPr>
          <a:xfrm>
            <a:off x="8500687" y="3676453"/>
            <a:ext cx="3405176" cy="147579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680625" rtl="0" hangingPunct="0">
              <a:defRPr sz="3200">
                <a:latin typeface="Graphik"/>
                <a:ea typeface="Graphik"/>
                <a:cs typeface="Graphik"/>
                <a:sym typeface="Graphik"/>
              </a:defRPr>
            </a:pPr>
            <a:endParaRPr sz="2638">
              <a:solidFill>
                <a:srgbClr val="000000"/>
              </a:solidFill>
              <a:latin typeface="Graphik"/>
              <a:sym typeface="Graphik"/>
            </a:endParaRPr>
          </a:p>
        </p:txBody>
      </p:sp>
      <p:sp>
        <p:nvSpPr>
          <p:cNvPr id="328" name="直感"/>
          <p:cNvSpPr txBox="1"/>
          <p:nvPr/>
        </p:nvSpPr>
        <p:spPr>
          <a:xfrm>
            <a:off x="9632612" y="4054583"/>
            <a:ext cx="1145774" cy="65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>
            <a:lvl1pPr>
              <a:defRPr sz="5000" b="1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algn="l" defTabSz="2010410" rtl="0" hangingPunct="0">
              <a:lnSpc>
                <a:spcPct val="90000"/>
              </a:lnSpc>
              <a:spcBef>
                <a:spcPts val="1979"/>
              </a:spcBef>
            </a:pPr>
            <a:r>
              <a:rPr sz="4123"/>
              <a:t>直感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01A1015-F770-4B87-AF1F-52973BBC63D2}"/>
              </a:ext>
            </a:extLst>
          </p:cNvPr>
          <p:cNvGrpSpPr/>
          <p:nvPr/>
        </p:nvGrpSpPr>
        <p:grpSpPr>
          <a:xfrm>
            <a:off x="7664068" y="8547722"/>
            <a:ext cx="2165164" cy="1442609"/>
            <a:chOff x="9018448" y="10407124"/>
            <a:chExt cx="2626099" cy="1749721"/>
          </a:xfrm>
        </p:grpSpPr>
        <p:sp>
          <p:nvSpPr>
            <p:cNvPr id="301" name="線"/>
            <p:cNvSpPr/>
            <p:nvPr/>
          </p:nvSpPr>
          <p:spPr>
            <a:xfrm>
              <a:off x="9888572" y="10416583"/>
              <a:ext cx="1755975" cy="24980"/>
            </a:xfrm>
            <a:prstGeom prst="line">
              <a:avLst/>
            </a:prstGeom>
            <a:ln w="190500">
              <a:solidFill>
                <a:srgbClr val="FF9300"/>
              </a:solidFill>
              <a:miter lim="400000"/>
              <a:tailEnd type="triangle"/>
            </a:ln>
          </p:spPr>
          <p:txBody>
            <a:bodyPr lIns="41884" tIns="41884" rIns="41884" bIns="41884" anchor="ctr"/>
            <a:lstStyle/>
            <a:p>
              <a:pPr algn="l" defTabSz="2010410" rtl="0" hangingPunct="0">
                <a:lnSpc>
                  <a:spcPct val="90000"/>
                </a:lnSpc>
                <a:spcBef>
                  <a:spcPts val="1979"/>
                </a:spcBef>
              </a:pPr>
              <a:endParaRPr sz="3628">
                <a:solidFill>
                  <a:srgbClr val="000000"/>
                </a:solidFill>
                <a:latin typeface="Canela Text Regular"/>
                <a:sym typeface="Canela Text Regular"/>
              </a:endParaRPr>
            </a:p>
          </p:txBody>
        </p:sp>
        <p:sp>
          <p:nvSpPr>
            <p:cNvPr id="38" name="接続の線">
              <a:extLst>
                <a:ext uri="{FF2B5EF4-FFF2-40B4-BE49-F238E27FC236}">
                  <a16:creationId xmlns:a16="http://schemas.microsoft.com/office/drawing/2014/main" id="{E50834DA-0D29-4C12-AF3B-E94ACB28E57A}"/>
                </a:ext>
              </a:extLst>
            </p:cNvPr>
            <p:cNvSpPr/>
            <p:nvPr/>
          </p:nvSpPr>
          <p:spPr>
            <a:xfrm rot="5400000">
              <a:off x="8681417" y="10744155"/>
              <a:ext cx="1749721" cy="1075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19" h="20419" extrusionOk="0">
                  <a:moveTo>
                    <a:pt x="169" y="0"/>
                  </a:moveTo>
                  <a:cubicBezTo>
                    <a:pt x="-1181" y="14850"/>
                    <a:pt x="5569" y="21600"/>
                    <a:pt x="20419" y="20250"/>
                  </a:cubicBezTo>
                </a:path>
              </a:pathLst>
            </a:custGeom>
            <a:ln w="190500">
              <a:solidFill>
                <a:srgbClr val="FF9300"/>
              </a:solidFill>
              <a:miter lim="400000"/>
            </a:ln>
          </p:spPr>
          <p:txBody>
            <a:bodyPr/>
            <a:lstStyle/>
            <a:p>
              <a:pPr algn="l" defTabSz="2010410" rtl="0" hangingPunct="0">
                <a:lnSpc>
                  <a:spcPct val="90000"/>
                </a:lnSpc>
                <a:spcBef>
                  <a:spcPts val="1979"/>
                </a:spcBef>
              </a:pPr>
              <a:endParaRPr sz="3628">
                <a:solidFill>
                  <a:srgbClr val="000000"/>
                </a:solidFill>
                <a:latin typeface="Canela Text Regular"/>
                <a:sym typeface="Canela Text Regular"/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3C3416B-2A2A-48EB-A411-6940159CB6A2}"/>
              </a:ext>
            </a:extLst>
          </p:cNvPr>
          <p:cNvGrpSpPr/>
          <p:nvPr/>
        </p:nvGrpSpPr>
        <p:grpSpPr>
          <a:xfrm>
            <a:off x="8025194" y="9104811"/>
            <a:ext cx="2170179" cy="1112581"/>
            <a:chOff x="9733653" y="11042624"/>
            <a:chExt cx="2632182" cy="1349435"/>
          </a:xfrm>
        </p:grpSpPr>
        <p:sp>
          <p:nvSpPr>
            <p:cNvPr id="329" name="接続の線"/>
            <p:cNvSpPr/>
            <p:nvPr/>
          </p:nvSpPr>
          <p:spPr>
            <a:xfrm rot="16200000">
              <a:off x="11187713" y="11145088"/>
              <a:ext cx="1280585" cy="1075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19" h="20419" extrusionOk="0">
                  <a:moveTo>
                    <a:pt x="169" y="0"/>
                  </a:moveTo>
                  <a:cubicBezTo>
                    <a:pt x="-1181" y="14850"/>
                    <a:pt x="5569" y="21600"/>
                    <a:pt x="20419" y="20250"/>
                  </a:cubicBezTo>
                </a:path>
              </a:pathLst>
            </a:custGeom>
            <a:ln w="190500">
              <a:solidFill>
                <a:srgbClr val="FF9300"/>
              </a:solidFill>
              <a:miter lim="400000"/>
            </a:ln>
          </p:spPr>
          <p:txBody>
            <a:bodyPr/>
            <a:lstStyle/>
            <a:p>
              <a:pPr algn="l" defTabSz="2010410" rtl="0" hangingPunct="0">
                <a:lnSpc>
                  <a:spcPct val="90000"/>
                </a:lnSpc>
                <a:spcBef>
                  <a:spcPts val="1979"/>
                </a:spcBef>
              </a:pPr>
              <a:endParaRPr sz="3628">
                <a:solidFill>
                  <a:srgbClr val="000000"/>
                </a:solidFill>
                <a:latin typeface="Canela Text Regular"/>
                <a:sym typeface="Canela Text Regular"/>
              </a:endParaRPr>
            </a:p>
          </p:txBody>
        </p:sp>
        <p:sp>
          <p:nvSpPr>
            <p:cNvPr id="39" name="線">
              <a:extLst>
                <a:ext uri="{FF2B5EF4-FFF2-40B4-BE49-F238E27FC236}">
                  <a16:creationId xmlns:a16="http://schemas.microsoft.com/office/drawing/2014/main" id="{B8E96223-4588-4678-B9A8-8874E01693A0}"/>
                </a:ext>
              </a:extLst>
            </p:cNvPr>
            <p:cNvSpPr/>
            <p:nvPr/>
          </p:nvSpPr>
          <p:spPr>
            <a:xfrm rot="15923238" flipV="1">
              <a:off x="10536875" y="11445190"/>
              <a:ext cx="143647" cy="1750091"/>
            </a:xfrm>
            <a:prstGeom prst="line">
              <a:avLst/>
            </a:prstGeom>
            <a:ln w="190500">
              <a:solidFill>
                <a:srgbClr val="FF9300"/>
              </a:solidFill>
              <a:miter lim="400000"/>
              <a:tailEnd type="triangle"/>
            </a:ln>
          </p:spPr>
          <p:txBody>
            <a:bodyPr lIns="41884" tIns="41884" rIns="41884" bIns="41884" anchor="ctr"/>
            <a:lstStyle/>
            <a:p>
              <a:pPr algn="l" defTabSz="2010410" rtl="0" hangingPunct="0">
                <a:lnSpc>
                  <a:spcPct val="90000"/>
                </a:lnSpc>
                <a:spcBef>
                  <a:spcPts val="1979"/>
                </a:spcBef>
              </a:pPr>
              <a:endParaRPr sz="3628">
                <a:solidFill>
                  <a:srgbClr val="000000"/>
                </a:solidFill>
                <a:latin typeface="Canela Text Regular"/>
                <a:sym typeface="Canela Text Regular"/>
              </a:endParaRPr>
            </a:p>
          </p:txBody>
        </p:sp>
      </p:grpSp>
      <p:sp>
        <p:nvSpPr>
          <p:cNvPr id="42" name="肉体・魂の器・情報受信…">
            <a:extLst>
              <a:ext uri="{FF2B5EF4-FFF2-40B4-BE49-F238E27FC236}">
                <a16:creationId xmlns:a16="http://schemas.microsoft.com/office/drawing/2014/main" id="{CA2C7564-9891-44C5-9D2C-520AF512F9ED}"/>
              </a:ext>
            </a:extLst>
          </p:cNvPr>
          <p:cNvSpPr txBox="1"/>
          <p:nvPr/>
        </p:nvSpPr>
        <p:spPr>
          <a:xfrm>
            <a:off x="8554540" y="9529176"/>
            <a:ext cx="1070110" cy="495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lang="ja-JP" altLang="en-US" sz="2968">
                <a:solidFill>
                  <a:srgbClr val="011993"/>
                </a:solidFill>
                <a:latin typeface="ヒラギノ角ゴ ProN W3"/>
                <a:sym typeface="ヒラギノ角ゴ ProN W3"/>
              </a:rPr>
              <a:t>行動</a:t>
            </a:r>
            <a:endParaRPr sz="2968">
              <a:solidFill>
                <a:srgbClr val="011993"/>
              </a:solidFill>
              <a:latin typeface="ヒラギノ角ゴ ProN W3"/>
              <a:sym typeface="ヒラギノ角ゴ ProN W3"/>
            </a:endParaRPr>
          </a:p>
        </p:txBody>
      </p:sp>
      <p:sp>
        <p:nvSpPr>
          <p:cNvPr id="43" name="肉体・魂の器・情報受信…">
            <a:extLst>
              <a:ext uri="{FF2B5EF4-FFF2-40B4-BE49-F238E27FC236}">
                <a16:creationId xmlns:a16="http://schemas.microsoft.com/office/drawing/2014/main" id="{B6906304-AFED-470B-9EBD-5F6EB2A74A87}"/>
              </a:ext>
            </a:extLst>
          </p:cNvPr>
          <p:cNvSpPr txBox="1"/>
          <p:nvPr/>
        </p:nvSpPr>
        <p:spPr>
          <a:xfrm>
            <a:off x="7435523" y="8035769"/>
            <a:ext cx="1859588" cy="495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1884" tIns="41884" rIns="41884" bIns="41884" anchor="ctr">
            <a:spAutoFit/>
          </a:bodyPr>
          <a:lstStyle/>
          <a:p>
            <a:pPr algn="ctr" defTabSz="2010410" rtl="0" hangingPunct="0">
              <a:lnSpc>
                <a:spcPct val="90000"/>
              </a:lnSpc>
              <a:spcBef>
                <a:spcPts val="1979"/>
              </a:spcBef>
              <a:defRPr>
                <a:solidFill>
                  <a:srgbClr val="011993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lang="ja-JP" altLang="en-US" sz="2968">
                <a:solidFill>
                  <a:srgbClr val="011993"/>
                </a:solidFill>
                <a:latin typeface="ヒラギノ角ゴ ProN W3"/>
                <a:sym typeface="ヒラギノ角ゴ ProN W3"/>
              </a:rPr>
              <a:t>人・お金</a:t>
            </a:r>
            <a:endParaRPr sz="2968">
              <a:solidFill>
                <a:srgbClr val="011993"/>
              </a:solidFill>
              <a:latin typeface="ヒラギノ角ゴ ProN W3"/>
              <a:sym typeface="ヒラギノ角ゴ ProN W3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93386" y="10535670"/>
            <a:ext cx="32385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20" dirty="0">
                <a:solidFill>
                  <a:srgbClr val="531B93"/>
                </a:solidFill>
                <a:latin typeface="MS PGothic"/>
                <a:cs typeface="MS PGothic"/>
              </a:rPr>
              <a:t>22</a:t>
            </a:r>
            <a:endParaRPr sz="165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250" y="854075"/>
            <a:ext cx="19354800" cy="64897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050" b="1" spc="175" dirty="0">
                <a:solidFill>
                  <a:srgbClr val="5E5E5E"/>
                </a:solidFill>
                <a:latin typeface="MS PGothic"/>
                <a:cs typeface="MS PGothic"/>
              </a:rPr>
              <a:t>①今、一番気になってることはなんですか？</a:t>
            </a:r>
            <a:endParaRPr sz="3050" b="1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050" b="1" spc="310" dirty="0">
                <a:solidFill>
                  <a:srgbClr val="5E5E5E"/>
                </a:solidFill>
                <a:latin typeface="MS PGothic"/>
                <a:cs typeface="MS PGothic"/>
              </a:rPr>
              <a:t>問題と感じていること。もしくは、ネガティブな感情が出てくる出来事は？</a:t>
            </a:r>
            <a:endParaRPr sz="3050" b="1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3050">
              <a:latin typeface="MS PGothic"/>
              <a:cs typeface="MS PGothic"/>
            </a:endParaRPr>
          </a:p>
          <a:p>
            <a:pPr marL="400050">
              <a:lnSpc>
                <a:spcPct val="100000"/>
              </a:lnSpc>
            </a:pPr>
            <a:r>
              <a:rPr sz="3050" spc="-10" dirty="0">
                <a:solidFill>
                  <a:srgbClr val="5E5E5E"/>
                </a:solidFill>
                <a:latin typeface="Microsoft YaHei"/>
                <a:cs typeface="Microsoft YaHei"/>
              </a:rPr>
              <a:t>→話を聞く。</a:t>
            </a:r>
            <a:endParaRPr sz="3050">
              <a:latin typeface="Microsoft YaHei"/>
              <a:cs typeface="Microsoft YaHei"/>
            </a:endParaRPr>
          </a:p>
          <a:p>
            <a:pPr marL="787400" marR="5432425">
              <a:lnSpc>
                <a:spcPct val="126099"/>
              </a:lnSpc>
            </a:pPr>
            <a:r>
              <a:rPr sz="3050" spc="-25" dirty="0">
                <a:solidFill>
                  <a:srgbClr val="5E5E5E"/>
                </a:solidFill>
                <a:latin typeface="Microsoft YaHei"/>
                <a:cs typeface="Microsoft YaHei"/>
              </a:rPr>
              <a:t>その時、どんな感情を抱いているのか</a:t>
            </a:r>
            <a:r>
              <a:rPr sz="3050" spc="-25">
                <a:solidFill>
                  <a:srgbClr val="5E5E5E"/>
                </a:solidFill>
                <a:latin typeface="Microsoft YaHei"/>
                <a:cs typeface="Microsoft YaHei"/>
              </a:rPr>
              <a:t>？本人</a:t>
            </a:r>
            <a:r>
              <a:rPr lang="ja-JP" altLang="en-US" sz="3050" spc="-25">
                <a:solidFill>
                  <a:srgbClr val="5E5E5E"/>
                </a:solidFill>
                <a:latin typeface="Microsoft YaHei"/>
                <a:cs typeface="Microsoft YaHei"/>
              </a:rPr>
              <a:t>の言葉</a:t>
            </a:r>
            <a:r>
              <a:rPr sz="3050" spc="-25">
                <a:solidFill>
                  <a:srgbClr val="5E5E5E"/>
                </a:solidFill>
                <a:latin typeface="Microsoft YaHei"/>
                <a:cs typeface="Microsoft YaHei"/>
              </a:rPr>
              <a:t>で言語化してもらう</a:t>
            </a:r>
            <a:r>
              <a:rPr sz="3050" spc="-25" dirty="0">
                <a:solidFill>
                  <a:srgbClr val="5E5E5E"/>
                </a:solidFill>
                <a:latin typeface="Microsoft YaHei"/>
                <a:cs typeface="Microsoft YaHei"/>
              </a:rPr>
              <a:t>。</a:t>
            </a:r>
            <a:endParaRPr sz="3050">
              <a:latin typeface="Microsoft YaHei"/>
              <a:cs typeface="Microsoft YaHei"/>
            </a:endParaRPr>
          </a:p>
          <a:p>
            <a:pPr marL="400050">
              <a:lnSpc>
                <a:spcPct val="100000"/>
              </a:lnSpc>
              <a:spcBef>
                <a:spcPts val="960"/>
              </a:spcBef>
            </a:pPr>
            <a:r>
              <a:rPr sz="3050" dirty="0">
                <a:solidFill>
                  <a:srgbClr val="5E5E5E"/>
                </a:solidFill>
                <a:latin typeface="Microsoft YaHei"/>
                <a:cs typeface="Microsoft YaHei"/>
              </a:rPr>
              <a:t>（</a:t>
            </a:r>
            <a:r>
              <a:rPr sz="3050" spc="-10" dirty="0">
                <a:solidFill>
                  <a:srgbClr val="5E5E5E"/>
                </a:solidFill>
                <a:latin typeface="Microsoft YaHei"/>
                <a:cs typeface="Microsoft YaHei"/>
              </a:rPr>
              <a:t>イライラ・モヤモヤ・ザワザワなどから誘導して</a:t>
            </a:r>
            <a:r>
              <a:rPr sz="3050" spc="-25" dirty="0">
                <a:solidFill>
                  <a:srgbClr val="5E5E5E"/>
                </a:solidFill>
                <a:latin typeface="Microsoft YaHei"/>
                <a:cs typeface="Microsoft YaHei"/>
              </a:rPr>
              <a:t>OK）</a:t>
            </a:r>
            <a:endParaRPr sz="305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570"/>
              </a:spcBef>
            </a:pPr>
            <a:r>
              <a:rPr sz="3050" b="1" spc="100">
                <a:solidFill>
                  <a:srgbClr val="5E5E5E"/>
                </a:solidFill>
                <a:latin typeface="MS PGothic"/>
                <a:cs typeface="MS PGothic"/>
              </a:rPr>
              <a:t>②その状態が続いたら</a:t>
            </a:r>
            <a:r>
              <a:rPr sz="3050" b="1" spc="305">
                <a:solidFill>
                  <a:srgbClr val="5E5E5E"/>
                </a:solidFill>
                <a:latin typeface="MS PGothic"/>
                <a:cs typeface="MS PGothic"/>
              </a:rPr>
              <a:t>さらにどうなると思いますか</a:t>
            </a:r>
            <a:r>
              <a:rPr sz="3050" b="1" spc="305" dirty="0">
                <a:solidFill>
                  <a:srgbClr val="5E5E5E"/>
                </a:solidFill>
                <a:latin typeface="MS PGothic"/>
                <a:cs typeface="MS PGothic"/>
              </a:rPr>
              <a:t>？</a:t>
            </a:r>
            <a:endParaRPr sz="3050" b="1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3050">
              <a:latin typeface="MS PGothic"/>
              <a:cs typeface="MS PGothic"/>
            </a:endParaRPr>
          </a:p>
          <a:p>
            <a:pPr marL="400050">
              <a:lnSpc>
                <a:spcPct val="100000"/>
              </a:lnSpc>
            </a:pPr>
            <a:r>
              <a:rPr sz="3050" spc="-10" dirty="0">
                <a:solidFill>
                  <a:srgbClr val="5E5E5E"/>
                </a:solidFill>
                <a:latin typeface="Microsoft YaHei"/>
                <a:cs typeface="Microsoft YaHei"/>
              </a:rPr>
              <a:t>→話を聞く。</a:t>
            </a:r>
            <a:endParaRPr sz="3050">
              <a:latin typeface="Microsoft YaHei"/>
              <a:cs typeface="Microsoft YaHei"/>
            </a:endParaRPr>
          </a:p>
          <a:p>
            <a:pPr marL="400050">
              <a:lnSpc>
                <a:spcPct val="100000"/>
              </a:lnSpc>
              <a:spcBef>
                <a:spcPts val="960"/>
              </a:spcBef>
            </a:pPr>
            <a:r>
              <a:rPr sz="3050" dirty="0">
                <a:solidFill>
                  <a:srgbClr val="5E5E5E"/>
                </a:solidFill>
                <a:latin typeface="Microsoft YaHei"/>
                <a:cs typeface="Microsoft YaHei"/>
              </a:rPr>
              <a:t>どんな感情かを聞く（体の感覚と共に聞く</a:t>
            </a:r>
            <a:r>
              <a:rPr sz="3050" spc="-50" dirty="0">
                <a:solidFill>
                  <a:srgbClr val="5E5E5E"/>
                </a:solidFill>
                <a:latin typeface="Microsoft YaHei"/>
                <a:cs typeface="Microsoft YaHei"/>
              </a:rPr>
              <a:t>）</a:t>
            </a:r>
            <a:endParaRPr sz="3050">
              <a:latin typeface="Microsoft YaHei"/>
              <a:cs typeface="Microsoft YaHei"/>
            </a:endParaRPr>
          </a:p>
        </p:txBody>
      </p:sp>
      <p:sp>
        <p:nvSpPr>
          <p:cNvPr id="5" name="object 3" descr="$PPTXTitle">
            <a:extLst>
              <a:ext uri="{FF2B5EF4-FFF2-40B4-BE49-F238E27FC236}">
                <a16:creationId xmlns:a16="http://schemas.microsoft.com/office/drawing/2014/main" id="{CF1CF435-0271-4AEA-AEF9-3C077C21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4250" y="8236486"/>
            <a:ext cx="1317879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b="1" spc="185" dirty="0"/>
              <a:t>③その状態がこのままずーっと続いたら、最終的にどうなると思いますか？</a:t>
            </a:r>
            <a:endParaRPr sz="3050" b="1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4C5FC95-D9D6-498D-8F4C-D83927E3DA87}"/>
              </a:ext>
            </a:extLst>
          </p:cNvPr>
          <p:cNvSpPr txBox="1"/>
          <p:nvPr/>
        </p:nvSpPr>
        <p:spPr>
          <a:xfrm>
            <a:off x="1365250" y="9152194"/>
            <a:ext cx="144018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050">
                <a:solidFill>
                  <a:srgbClr val="5E5E5E"/>
                </a:solidFill>
                <a:latin typeface="Microsoft YaHei"/>
              </a:rPr>
              <a:t>ここで、クライアントが感じている感情を探りながら言語化し確定する。</a:t>
            </a:r>
            <a:endParaRPr lang="en-US" altLang="ja-JP" sz="3050">
              <a:solidFill>
                <a:srgbClr val="5E5E5E"/>
              </a:solidFill>
              <a:latin typeface="Microsoft YaHei"/>
            </a:endParaRPr>
          </a:p>
          <a:p>
            <a:r>
              <a:rPr lang="ja-JP" altLang="en-US" sz="3050">
                <a:solidFill>
                  <a:srgbClr val="5E5E5E"/>
                </a:solidFill>
                <a:latin typeface="Microsoft YaHei"/>
              </a:rPr>
              <a:t>感情のワード１個か２個（３個の場合も）</a:t>
            </a:r>
          </a:p>
        </p:txBody>
      </p:sp>
    </p:spTree>
    <p:extLst>
      <p:ext uri="{BB962C8B-B14F-4D97-AF65-F5344CB8AC3E}">
        <p14:creationId xmlns:p14="http://schemas.microsoft.com/office/powerpoint/2010/main" val="108117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830" y="719481"/>
            <a:ext cx="4171950" cy="854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b="1" spc="-60" dirty="0">
                <a:solidFill>
                  <a:srgbClr val="531B93"/>
                </a:solidFill>
                <a:latin typeface="Microsoft JhengHei"/>
                <a:cs typeface="Microsoft JhengHei"/>
              </a:rPr>
              <a:t>感情のリスト</a:t>
            </a:r>
            <a:endParaRPr sz="5450">
              <a:latin typeface="Microsoft JhengHei"/>
              <a:cs typeface="Microsoft JhengHe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57742" y="602076"/>
            <a:ext cx="1407795" cy="3250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0"/>
              </a:spcBef>
            </a:pPr>
            <a:r>
              <a:rPr sz="3600" b="1" spc="-2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不信感喪失感</a:t>
            </a:r>
            <a:r>
              <a:rPr sz="3600" b="1" spc="-25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不安</a:t>
            </a:r>
            <a:r>
              <a:rPr sz="3600" b="1" spc="-5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2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悲しみ</a:t>
            </a:r>
            <a:r>
              <a:rPr sz="3600" b="1" spc="-25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恐怖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742" y="3827109"/>
            <a:ext cx="4549140" cy="7198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685415">
              <a:lnSpc>
                <a:spcPct val="117600"/>
              </a:lnSpc>
              <a:spcBef>
                <a:spcPts val="90"/>
              </a:spcBef>
            </a:pPr>
            <a:r>
              <a:rPr sz="3600" b="1" spc="-1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さびしさ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悔しさ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2224405">
              <a:lnSpc>
                <a:spcPts val="5080"/>
              </a:lnSpc>
              <a:spcBef>
                <a:spcPts val="295"/>
              </a:spcBef>
            </a:pPr>
            <a:r>
              <a:rPr sz="3600" b="1" spc="-1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けいべつ感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絶望感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3600" b="1" spc="-2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諦め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2685415">
              <a:lnSpc>
                <a:spcPts val="5080"/>
              </a:lnSpc>
              <a:spcBef>
                <a:spcPts val="295"/>
              </a:spcBef>
            </a:pP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失望感</a:t>
            </a:r>
            <a:r>
              <a:rPr sz="360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1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無価値観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無力感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60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自己嫌悪</a:t>
            </a:r>
            <a:r>
              <a:rPr sz="245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</a:t>
            </a:r>
            <a:r>
              <a:rPr sz="2450" b="1" spc="-3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自分に対して</a:t>
            </a:r>
            <a:r>
              <a:rPr sz="245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）</a:t>
            </a:r>
            <a:endParaRPr sz="245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5080">
              <a:lnSpc>
                <a:spcPts val="5080"/>
              </a:lnSpc>
              <a:spcBef>
                <a:spcPts val="100"/>
              </a:spcBef>
            </a:pPr>
            <a:r>
              <a:rPr sz="360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孤独感</a:t>
            </a:r>
            <a:r>
              <a:rPr sz="245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（大勢の中での孤独</a:t>
            </a:r>
            <a:r>
              <a:rPr sz="245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）</a:t>
            </a:r>
            <a:r>
              <a:rPr sz="360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孤独</a:t>
            </a:r>
            <a:r>
              <a:rPr sz="245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（理解されない孤独</a:t>
            </a:r>
            <a:r>
              <a:rPr sz="245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）</a:t>
            </a:r>
            <a:endParaRPr sz="245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6198" y="602076"/>
            <a:ext cx="4841240" cy="104772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977515">
              <a:lnSpc>
                <a:spcPct val="117600"/>
              </a:lnSpc>
              <a:spcBef>
                <a:spcPts val="90"/>
              </a:spcBef>
            </a:pP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残念感</a:t>
            </a:r>
            <a:r>
              <a:rPr sz="360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侮辱感</a:t>
            </a:r>
            <a:r>
              <a:rPr sz="360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屈辱感</a:t>
            </a:r>
            <a:r>
              <a:rPr sz="360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1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むなしさ情けなさ</a:t>
            </a:r>
            <a:r>
              <a:rPr sz="3600" b="1" spc="-2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焦り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3437890">
              <a:lnSpc>
                <a:spcPts val="5080"/>
              </a:lnSpc>
              <a:spcBef>
                <a:spcPts val="295"/>
              </a:spcBef>
            </a:pP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惨めさ</a:t>
            </a:r>
            <a:r>
              <a:rPr sz="3600" b="1" spc="-2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後悔</a:t>
            </a:r>
            <a:r>
              <a:rPr sz="3600" b="1" spc="-5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 </a:t>
            </a:r>
            <a:r>
              <a:rPr sz="3600" b="1" spc="-2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拒絶感抵抗感劣等感罪悪感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600" b="1" spc="-10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やるせなさ</a:t>
            </a:r>
            <a:endParaRPr sz="360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5080">
              <a:lnSpc>
                <a:spcPts val="5080"/>
              </a:lnSpc>
              <a:spcBef>
                <a:spcPts val="100"/>
              </a:spcBef>
            </a:pPr>
            <a:r>
              <a:rPr sz="360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嫌悪感</a:t>
            </a:r>
            <a:r>
              <a:rPr sz="245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</a:t>
            </a:r>
            <a:r>
              <a:rPr sz="2450" b="1" spc="-2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誰か、何かに対して</a:t>
            </a:r>
            <a:r>
              <a:rPr sz="245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）</a:t>
            </a:r>
            <a:r>
              <a:rPr sz="3600" b="1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怒り</a:t>
            </a:r>
            <a:r>
              <a:rPr sz="2450" b="1" spc="4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（※</a:t>
            </a:r>
            <a:r>
              <a:rPr sz="2450" b="1" spc="45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悲しみの二次感情）</a:t>
            </a:r>
            <a:endParaRPr lang="en-US" sz="2450" b="1" spc="45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  <a:p>
            <a:pPr marL="12700" marR="5080">
              <a:lnSpc>
                <a:spcPts val="5080"/>
              </a:lnSpc>
              <a:spcBef>
                <a:spcPts val="100"/>
              </a:spcBef>
            </a:pPr>
            <a:r>
              <a:rPr sz="3600" b="1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憎しみ</a:t>
            </a:r>
            <a:r>
              <a:rPr sz="2450" b="1" spc="45" dirty="0">
                <a:latin typeface="メイリオ" panose="020B0604030504040204" pitchFamily="50" charset="-128"/>
                <a:ea typeface="メイリオ" panose="020B0604030504040204" pitchFamily="50" charset="-128"/>
                <a:cs typeface="Microsoft JhengHei"/>
              </a:rPr>
              <a:t>（※愛情の反転）</a:t>
            </a:r>
            <a:endParaRPr sz="2450">
              <a:latin typeface="メイリオ" panose="020B0604030504040204" pitchFamily="50" charset="-128"/>
              <a:ea typeface="メイリオ" panose="020B0604030504040204" pitchFamily="50" charset="-128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889563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1191" y="701675"/>
            <a:ext cx="15777844" cy="3331746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lang="ja-JP" altLang="en-US" sz="3050" b="1" spc="495">
                <a:solidFill>
                  <a:srgbClr val="5E5E5E"/>
                </a:solidFill>
                <a:latin typeface="MS PGothic"/>
                <a:cs typeface="MS PGothic"/>
              </a:rPr>
              <a:t>④</a:t>
            </a:r>
            <a:r>
              <a:rPr sz="3050" b="1" spc="495">
                <a:solidFill>
                  <a:srgbClr val="5E5E5E"/>
                </a:solidFill>
                <a:latin typeface="MS PGothic"/>
                <a:cs typeface="MS PGothic"/>
              </a:rPr>
              <a:t>「</a:t>
            </a:r>
            <a:r>
              <a:rPr sz="3050" b="1" spc="495" dirty="0">
                <a:solidFill>
                  <a:srgbClr val="5E5E5E"/>
                </a:solidFill>
                <a:latin typeface="MS PGothic"/>
                <a:cs typeface="MS PGothic"/>
              </a:rPr>
              <a:t>もしも、この感情が</a:t>
            </a:r>
            <a:endParaRPr sz="3050" b="1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050" b="1" spc="290" dirty="0">
                <a:solidFill>
                  <a:srgbClr val="5E5E5E"/>
                </a:solidFill>
                <a:latin typeface="MS PGothic"/>
                <a:cs typeface="MS PGothic"/>
              </a:rPr>
              <a:t>あなたの意識の中からスッキリなくなったら、どんな感じがしますか？」</a:t>
            </a:r>
            <a:endParaRPr sz="3050" b="1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br>
              <a:rPr lang="en-US" sz="3050" b="1">
                <a:latin typeface="MS PGothic"/>
                <a:cs typeface="MS PGothic"/>
              </a:rPr>
            </a:br>
            <a:endParaRPr sz="3050" b="1">
              <a:latin typeface="MS PGothic"/>
              <a:cs typeface="MS PGothic"/>
            </a:endParaRPr>
          </a:p>
          <a:p>
            <a:pPr marL="12700" marR="1107440">
              <a:lnSpc>
                <a:spcPct val="126099"/>
              </a:lnSpc>
              <a:spcBef>
                <a:spcPts val="5"/>
              </a:spcBef>
            </a:pPr>
            <a:r>
              <a:rPr sz="3050" b="1" spc="275">
                <a:solidFill>
                  <a:srgbClr val="5E5E5E"/>
                </a:solidFill>
                <a:latin typeface="MS PGothic"/>
                <a:cs typeface="MS PGothic"/>
              </a:rPr>
              <a:t>⑤そうなれたら</a:t>
            </a:r>
            <a:r>
              <a:rPr sz="3050" b="1" spc="275" dirty="0">
                <a:solidFill>
                  <a:srgbClr val="5E5E5E"/>
                </a:solidFill>
                <a:latin typeface="MS PGothic"/>
                <a:cs typeface="MS PGothic"/>
              </a:rPr>
              <a:t>、</a:t>
            </a:r>
            <a:r>
              <a:rPr sz="3050" b="1" spc="275">
                <a:solidFill>
                  <a:srgbClr val="5E5E5E"/>
                </a:solidFill>
                <a:latin typeface="MS PGothic"/>
                <a:cs typeface="MS PGothic"/>
              </a:rPr>
              <a:t>さらにどんな風になれると思いますか？</a:t>
            </a:r>
            <a:br>
              <a:rPr lang="en-US" sz="3050" b="1" spc="275">
                <a:solidFill>
                  <a:srgbClr val="5E5E5E"/>
                </a:solidFill>
                <a:latin typeface="MS PGothic"/>
                <a:cs typeface="MS PGothic"/>
              </a:rPr>
            </a:br>
            <a:r>
              <a:rPr lang="ja-JP" altLang="en-US" sz="3050" b="1" spc="275">
                <a:solidFill>
                  <a:srgbClr val="5E5E5E"/>
                </a:solidFill>
                <a:latin typeface="MS PGothic"/>
                <a:cs typeface="MS PGothic"/>
              </a:rPr>
              <a:t>　</a:t>
            </a:r>
            <a:r>
              <a:rPr sz="3050" b="1" spc="270">
                <a:solidFill>
                  <a:srgbClr val="5E5E5E"/>
                </a:solidFill>
                <a:latin typeface="MS PGothic"/>
                <a:cs typeface="MS PGothic"/>
              </a:rPr>
              <a:t>何ができるようになる？どうなれ</a:t>
            </a:r>
            <a:r>
              <a:rPr lang="ja-JP" altLang="en-US" sz="3050" b="1" spc="270">
                <a:solidFill>
                  <a:srgbClr val="5E5E5E"/>
                </a:solidFill>
                <a:latin typeface="MS PGothic"/>
                <a:cs typeface="MS PGothic"/>
              </a:rPr>
              <a:t>ると思いますか？</a:t>
            </a:r>
            <a:endParaRPr sz="3050" b="1">
              <a:latin typeface="MS PGothic"/>
              <a:cs typeface="MS PGothic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581BBF01-F1ED-4760-862B-AD4CC872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1191" y="4795027"/>
            <a:ext cx="18634364" cy="14209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50" b="1" spc="22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⑥〇〇さんが、▲ができて</a:t>
            </a:r>
            <a:r>
              <a:rPr sz="3050" b="1" spc="225">
                <a:solidFill>
                  <a:schemeClr val="tx1">
                    <a:lumMod val="65000"/>
                    <a:lumOff val="35000"/>
                  </a:schemeClr>
                </a:solidFill>
              </a:rPr>
              <a:t>△のようになれたら</a:t>
            </a:r>
            <a:r>
              <a:rPr lang="ja-JP" altLang="en-US" sz="3050" b="1" spc="225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br>
              <a:rPr lang="en-US" altLang="ja-JP" sz="3050" b="1" spc="225"/>
            </a:br>
            <a:r>
              <a:rPr lang="ja-JP" altLang="en-US" sz="3050" b="1" spc="165">
                <a:solidFill>
                  <a:srgbClr val="5E5E5E"/>
                </a:solidFill>
                <a:latin typeface="MS PGothic"/>
                <a:cs typeface="MS PGothic"/>
              </a:rPr>
              <a:t>〇〇さんの家族やクライアントさんは、どんなふうに変わりますか？</a:t>
            </a:r>
            <a:br>
              <a:rPr lang="ja-JP" altLang="en-US" sz="3050">
                <a:latin typeface="MS PGothic"/>
                <a:cs typeface="MS PGothic"/>
              </a:rPr>
            </a:br>
            <a:endParaRPr sz="3050"/>
          </a:p>
        </p:txBody>
      </p:sp>
      <p:sp>
        <p:nvSpPr>
          <p:cNvPr id="8" name="object 3" descr="$PPTXTitle">
            <a:extLst>
              <a:ext uri="{FF2B5EF4-FFF2-40B4-BE49-F238E27FC236}">
                <a16:creationId xmlns:a16="http://schemas.microsoft.com/office/drawing/2014/main" id="{A32860E7-C614-4C98-8C7A-1AE1E59057A7}"/>
              </a:ext>
            </a:extLst>
          </p:cNvPr>
          <p:cNvSpPr txBox="1">
            <a:spLocks/>
          </p:cNvSpPr>
          <p:nvPr/>
        </p:nvSpPr>
        <p:spPr>
          <a:xfrm>
            <a:off x="1331191" y="6662300"/>
            <a:ext cx="17983200" cy="1227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100" b="0" i="0">
                <a:solidFill>
                  <a:srgbClr val="5E5E5E"/>
                </a:solidFill>
                <a:latin typeface="MS PGothic"/>
                <a:ea typeface="+mj-ea"/>
                <a:cs typeface="MS PGothic"/>
              </a:defRPr>
            </a:lvl1pPr>
          </a:lstStyle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lang="ja-JP" altLang="en-US" sz="3050" b="1" spc="235"/>
              <a:t>⑦〇〇さんの周りが、</a:t>
            </a:r>
            <a:r>
              <a:rPr lang="ja-JP" altLang="en-US" sz="3050" b="1" spc="600">
                <a:latin typeface="Segoe UI Symbol"/>
                <a:cs typeface="Segoe UI Symbol"/>
              </a:rPr>
              <a:t>⬜</a:t>
            </a:r>
            <a:r>
              <a:rPr lang="ja-JP" altLang="en-US" sz="3050" b="1" spc="265"/>
              <a:t>で溢れた素敵なバイブレーションになったら、</a:t>
            </a:r>
            <a:endParaRPr lang="en-US" altLang="ja-JP" sz="3050" b="1" spc="265"/>
          </a:p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lang="ja-JP" altLang="en-US" sz="3050" b="1" spc="265"/>
              <a:t>さらに世界は</a:t>
            </a:r>
            <a:r>
              <a:rPr lang="ja-JP" altLang="en-US" sz="3050" b="1" spc="245"/>
              <a:t>どんな風になっていくと思いますか？</a:t>
            </a:r>
            <a:endParaRPr lang="ja-JP" altLang="en-US" sz="3050" b="1">
              <a:latin typeface="Segoe UI Symbol"/>
              <a:cs typeface="Segoe UI Symbo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361B384C-A1CD-4137-82FB-53894220A0D9}"/>
              </a:ext>
            </a:extLst>
          </p:cNvPr>
          <p:cNvSpPr txBox="1"/>
          <p:nvPr/>
        </p:nvSpPr>
        <p:spPr>
          <a:xfrm>
            <a:off x="1331191" y="8559678"/>
            <a:ext cx="16221710" cy="2047997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ct val="136000"/>
              </a:lnSpc>
            </a:pPr>
            <a:r>
              <a:rPr lang="ja-JP" altLang="en-US" sz="3050" b="1" spc="180">
                <a:solidFill>
                  <a:srgbClr val="5E5E5E"/>
                </a:solidFill>
                <a:latin typeface="MS PGothic"/>
                <a:cs typeface="MS PGothic"/>
              </a:rPr>
              <a:t>⑧</a:t>
            </a:r>
            <a:r>
              <a:rPr sz="3050" b="1" spc="180">
                <a:solidFill>
                  <a:srgbClr val="5E5E5E"/>
                </a:solidFill>
                <a:latin typeface="MS PGothic"/>
                <a:cs typeface="MS PGothic"/>
              </a:rPr>
              <a:t>〇〇さんが</a:t>
            </a:r>
            <a:r>
              <a:rPr sz="3050" b="1" spc="180" dirty="0">
                <a:solidFill>
                  <a:srgbClr val="5E5E5E"/>
                </a:solidFill>
                <a:latin typeface="MS PGothic"/>
                <a:cs typeface="MS PGothic"/>
              </a:rPr>
              <a:t>、▲ができて△のようになれて、家族や周りの★が</a:t>
            </a:r>
            <a:r>
              <a:rPr sz="3050" b="1" spc="600" dirty="0">
                <a:solidFill>
                  <a:srgbClr val="5E5E5E"/>
                </a:solidFill>
                <a:latin typeface="Segoe UI Symbol"/>
                <a:cs typeface="Segoe UI Symbol"/>
              </a:rPr>
              <a:t>⬜</a:t>
            </a:r>
            <a:r>
              <a:rPr sz="3050" b="1" spc="355" dirty="0">
                <a:solidFill>
                  <a:srgbClr val="5E5E5E"/>
                </a:solidFill>
                <a:latin typeface="MS PGothic"/>
                <a:cs typeface="MS PGothic"/>
              </a:rPr>
              <a:t>のようになっていって、</a:t>
            </a:r>
            <a:r>
              <a:rPr sz="3050" b="1" spc="960" dirty="0">
                <a:solidFill>
                  <a:srgbClr val="5E5E5E"/>
                </a:solidFill>
                <a:latin typeface="MS PGothic"/>
                <a:cs typeface="MS PGothic"/>
              </a:rPr>
              <a:t> </a:t>
            </a:r>
            <a:r>
              <a:rPr sz="3050" b="1" spc="175" dirty="0">
                <a:solidFill>
                  <a:srgbClr val="5E5E5E"/>
                </a:solidFill>
                <a:latin typeface="MS PGothic"/>
                <a:cs typeface="MS PGothic"/>
              </a:rPr>
              <a:t>さらにそのエネルギーが広がって</a:t>
            </a:r>
            <a:r>
              <a:rPr sz="3050" b="1" spc="600" dirty="0">
                <a:solidFill>
                  <a:srgbClr val="5E5E5E"/>
                </a:solidFill>
                <a:latin typeface="Segoe UI Symbol"/>
                <a:cs typeface="Segoe UI Symbol"/>
              </a:rPr>
              <a:t>⬜</a:t>
            </a:r>
            <a:r>
              <a:rPr sz="3050" b="1" spc="295" dirty="0">
                <a:solidFill>
                  <a:srgbClr val="5E5E5E"/>
                </a:solidFill>
                <a:latin typeface="MS PGothic"/>
                <a:cs typeface="MS PGothic"/>
              </a:rPr>
              <a:t>の★が増えて、世界が◎◎になっていったとしたら、、、</a:t>
            </a:r>
            <a:endParaRPr sz="3050" b="1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3050" b="1" spc="195">
                <a:solidFill>
                  <a:srgbClr val="5E5E5E"/>
                </a:solidFill>
                <a:latin typeface="MS PGothic"/>
                <a:cs typeface="MS PGothic"/>
              </a:rPr>
              <a:t>〇〇さんはどう感じますか？</a:t>
            </a:r>
            <a:endParaRPr sz="3050" b="1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426973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93386" y="10535670"/>
            <a:ext cx="32385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320" dirty="0">
                <a:solidFill>
                  <a:srgbClr val="531B93"/>
                </a:solidFill>
                <a:latin typeface="MS PGothic"/>
                <a:cs typeface="MS PGothic"/>
              </a:rPr>
              <a:t>27</a:t>
            </a:r>
            <a:endParaRPr sz="1650">
              <a:latin typeface="MS PGothic"/>
              <a:cs typeface="MS P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52705" y="869200"/>
            <a:ext cx="3500754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45" dirty="0"/>
              <a:t>⑩いいですね！！！</a:t>
            </a:r>
            <a:endParaRPr sz="30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7428" y="2225472"/>
            <a:ext cx="242139" cy="2421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697" y="3518627"/>
            <a:ext cx="242139" cy="2421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53612" y="1336016"/>
            <a:ext cx="17914745" cy="814735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050" spc="340" dirty="0">
                <a:solidFill>
                  <a:srgbClr val="5E5E5E"/>
                </a:solidFill>
                <a:latin typeface="MS PGothic"/>
                <a:cs typeface="MS PGothic"/>
              </a:rPr>
              <a:t>じゃあ、今から最初におっしゃていた、</a:t>
            </a:r>
            <a:endParaRPr sz="305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3498850" algn="l"/>
              </a:tabLst>
            </a:pPr>
            <a:r>
              <a:rPr sz="3050" spc="310" dirty="0">
                <a:solidFill>
                  <a:srgbClr val="5E5E5E"/>
                </a:solidFill>
                <a:latin typeface="MS PGothic"/>
                <a:cs typeface="MS PGothic"/>
              </a:rPr>
              <a:t>ネ</a:t>
            </a:r>
            <a:r>
              <a:rPr sz="3050" spc="305" dirty="0">
                <a:solidFill>
                  <a:srgbClr val="5E5E5E"/>
                </a:solidFill>
                <a:latin typeface="MS PGothic"/>
                <a:cs typeface="MS PGothic"/>
              </a:rPr>
              <a:t>ガ</a:t>
            </a:r>
            <a:r>
              <a:rPr sz="3050" spc="295" dirty="0">
                <a:solidFill>
                  <a:srgbClr val="5E5E5E"/>
                </a:solidFill>
                <a:latin typeface="MS PGothic"/>
                <a:cs typeface="MS PGothic"/>
              </a:rPr>
              <a:t>テ</a:t>
            </a:r>
            <a:r>
              <a:rPr sz="3050" spc="215" dirty="0">
                <a:solidFill>
                  <a:srgbClr val="5E5E5E"/>
                </a:solidFill>
                <a:latin typeface="MS PGothic"/>
                <a:cs typeface="MS PGothic"/>
              </a:rPr>
              <a:t>ィ</a:t>
            </a:r>
            <a:r>
              <a:rPr sz="3050" spc="295" dirty="0">
                <a:solidFill>
                  <a:srgbClr val="5E5E5E"/>
                </a:solidFill>
                <a:latin typeface="MS PGothic"/>
                <a:cs typeface="MS PGothic"/>
              </a:rPr>
              <a:t>ブ</a:t>
            </a:r>
            <a:r>
              <a:rPr sz="3050" spc="300" dirty="0">
                <a:solidFill>
                  <a:srgbClr val="5E5E5E"/>
                </a:solidFill>
                <a:latin typeface="MS PGothic"/>
                <a:cs typeface="MS PGothic"/>
              </a:rPr>
              <a:t>な</a:t>
            </a:r>
            <a:r>
              <a:rPr sz="3050" spc="335" dirty="0">
                <a:solidFill>
                  <a:srgbClr val="5E5E5E"/>
                </a:solidFill>
                <a:latin typeface="MS PGothic"/>
                <a:cs typeface="MS PGothic"/>
              </a:rPr>
              <a:t>感</a:t>
            </a:r>
            <a:r>
              <a:rPr sz="3050" spc="285" dirty="0">
                <a:solidFill>
                  <a:srgbClr val="5E5E5E"/>
                </a:solidFill>
                <a:latin typeface="MS PGothic"/>
                <a:cs typeface="MS PGothic"/>
              </a:rPr>
              <a:t>情</a:t>
            </a:r>
            <a:r>
              <a:rPr sz="3050" dirty="0">
                <a:solidFill>
                  <a:srgbClr val="5E5E5E"/>
                </a:solidFill>
                <a:latin typeface="MS PGothic"/>
                <a:cs typeface="MS PGothic"/>
              </a:rPr>
              <a:t>	</a:t>
            </a:r>
            <a:r>
              <a:rPr sz="3050" spc="130" dirty="0">
                <a:solidFill>
                  <a:srgbClr val="5E5E5E"/>
                </a:solidFill>
                <a:latin typeface="MS PGothic"/>
                <a:cs typeface="MS PGothic"/>
              </a:rPr>
              <a:t>を</a:t>
            </a:r>
            <a:r>
              <a:rPr sz="3050" spc="150" dirty="0">
                <a:solidFill>
                  <a:srgbClr val="5E5E5E"/>
                </a:solidFill>
                <a:latin typeface="MS PGothic"/>
                <a:cs typeface="MS PGothic"/>
              </a:rPr>
              <a:t>思</a:t>
            </a:r>
            <a:r>
              <a:rPr sz="3050" spc="140" dirty="0">
                <a:solidFill>
                  <a:srgbClr val="5E5E5E"/>
                </a:solidFill>
                <a:latin typeface="MS PGothic"/>
                <a:cs typeface="MS PGothic"/>
              </a:rPr>
              <a:t>い</a:t>
            </a:r>
            <a:r>
              <a:rPr sz="3050" spc="150" dirty="0">
                <a:solidFill>
                  <a:srgbClr val="5E5E5E"/>
                </a:solidFill>
                <a:latin typeface="MS PGothic"/>
                <a:cs typeface="MS PGothic"/>
              </a:rPr>
              <a:t>出</a:t>
            </a:r>
            <a:r>
              <a:rPr sz="3050" spc="545" dirty="0">
                <a:solidFill>
                  <a:srgbClr val="5E5E5E"/>
                </a:solidFill>
                <a:latin typeface="MS PGothic"/>
                <a:cs typeface="MS PGothic"/>
              </a:rPr>
              <a:t>し</a:t>
            </a:r>
            <a:r>
              <a:rPr sz="3050" spc="275" dirty="0">
                <a:solidFill>
                  <a:srgbClr val="5E5E5E"/>
                </a:solidFill>
                <a:latin typeface="MS PGothic"/>
                <a:cs typeface="MS PGothic"/>
              </a:rPr>
              <a:t>て</a:t>
            </a:r>
            <a:r>
              <a:rPr sz="3050" spc="585" dirty="0">
                <a:solidFill>
                  <a:srgbClr val="5E5E5E"/>
                </a:solidFill>
                <a:latin typeface="MS PGothic"/>
                <a:cs typeface="MS PGothic"/>
              </a:rPr>
              <a:t>もら</a:t>
            </a:r>
            <a:r>
              <a:rPr sz="3050" spc="370" dirty="0">
                <a:solidFill>
                  <a:srgbClr val="5E5E5E"/>
                </a:solidFill>
                <a:latin typeface="MS PGothic"/>
                <a:cs typeface="MS PGothic"/>
              </a:rPr>
              <a:t>っ</a:t>
            </a:r>
            <a:r>
              <a:rPr sz="3050" spc="275" dirty="0">
                <a:solidFill>
                  <a:srgbClr val="5E5E5E"/>
                </a:solidFill>
                <a:latin typeface="MS PGothic"/>
                <a:cs typeface="MS PGothic"/>
              </a:rPr>
              <a:t>て</a:t>
            </a:r>
            <a:r>
              <a:rPr sz="3050" spc="140" dirty="0">
                <a:solidFill>
                  <a:srgbClr val="5E5E5E"/>
                </a:solidFill>
                <a:latin typeface="MS PGothic"/>
                <a:cs typeface="MS PGothic"/>
              </a:rPr>
              <a:t>い</a:t>
            </a:r>
            <a:r>
              <a:rPr sz="3050" dirty="0">
                <a:solidFill>
                  <a:srgbClr val="5E5E5E"/>
                </a:solidFill>
                <a:latin typeface="MS PGothic"/>
                <a:cs typeface="MS PGothic"/>
              </a:rPr>
              <a:t>い</a:t>
            </a:r>
            <a:r>
              <a:rPr sz="3050" spc="80" dirty="0">
                <a:solidFill>
                  <a:srgbClr val="5E5E5E"/>
                </a:solidFill>
                <a:latin typeface="MS PGothic"/>
                <a:cs typeface="MS PGothic"/>
              </a:rPr>
              <a:t>で</a:t>
            </a:r>
            <a:r>
              <a:rPr sz="3050" spc="85" dirty="0">
                <a:solidFill>
                  <a:srgbClr val="5E5E5E"/>
                </a:solidFill>
                <a:latin typeface="MS PGothic"/>
                <a:cs typeface="MS PGothic"/>
              </a:rPr>
              <a:t>す</a:t>
            </a:r>
            <a:r>
              <a:rPr sz="3050" spc="90" dirty="0">
                <a:solidFill>
                  <a:srgbClr val="5E5E5E"/>
                </a:solidFill>
                <a:latin typeface="MS PGothic"/>
                <a:cs typeface="MS PGothic"/>
              </a:rPr>
              <a:t>か</a:t>
            </a:r>
            <a:r>
              <a:rPr sz="3050" spc="40" dirty="0">
                <a:solidFill>
                  <a:srgbClr val="5E5E5E"/>
                </a:solidFill>
                <a:latin typeface="MS PGothic"/>
                <a:cs typeface="MS PGothic"/>
              </a:rPr>
              <a:t>？</a:t>
            </a:r>
            <a:endParaRPr sz="3050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3050">
              <a:latin typeface="MS PGothic"/>
              <a:cs typeface="MS PGothic"/>
            </a:endParaRPr>
          </a:p>
          <a:p>
            <a:pPr marL="787400" marR="3840479">
              <a:lnSpc>
                <a:spcPct val="142200"/>
              </a:lnSpc>
              <a:tabLst>
                <a:tab pos="4661535" algn="l"/>
              </a:tabLst>
            </a:pPr>
            <a:r>
              <a:rPr sz="3050" dirty="0">
                <a:solidFill>
                  <a:srgbClr val="5E5E5E"/>
                </a:solidFill>
                <a:latin typeface="Microsoft YaHei"/>
                <a:cs typeface="Microsoft YaHei"/>
              </a:rPr>
              <a:t>→ここで底辺の感</a:t>
            </a:r>
            <a:r>
              <a:rPr sz="3050" spc="-50" dirty="0">
                <a:solidFill>
                  <a:srgbClr val="5E5E5E"/>
                </a:solidFill>
                <a:latin typeface="Microsoft YaHei"/>
                <a:cs typeface="Microsoft YaHei"/>
              </a:rPr>
              <a:t>情</a:t>
            </a:r>
            <a:r>
              <a:rPr sz="3050" dirty="0">
                <a:solidFill>
                  <a:srgbClr val="5E5E5E"/>
                </a:solidFill>
                <a:latin typeface="Microsoft YaHei"/>
                <a:cs typeface="Microsoft YaHei"/>
              </a:rPr>
              <a:t>	</a:t>
            </a:r>
            <a:r>
              <a:rPr sz="3050">
                <a:solidFill>
                  <a:srgbClr val="5E5E5E"/>
                </a:solidFill>
                <a:latin typeface="Microsoft YaHei"/>
                <a:cs typeface="Microsoft YaHei"/>
              </a:rPr>
              <a:t>を感じられない場合がほとんど</a:t>
            </a:r>
            <a:r>
              <a:rPr sz="3050" spc="-50">
                <a:solidFill>
                  <a:srgbClr val="5E5E5E"/>
                </a:solidFill>
                <a:latin typeface="Microsoft YaHei"/>
                <a:cs typeface="Microsoft YaHei"/>
              </a:rPr>
              <a:t>。</a:t>
            </a:r>
            <a:br>
              <a:rPr lang="en-US" sz="3050" spc="-50">
                <a:solidFill>
                  <a:srgbClr val="5E5E5E"/>
                </a:solidFill>
                <a:latin typeface="Microsoft YaHei"/>
                <a:cs typeface="Microsoft YaHei"/>
              </a:rPr>
            </a:br>
            <a:r>
              <a:rPr lang="ja-JP" altLang="en-US" sz="3050" spc="-50">
                <a:solidFill>
                  <a:srgbClr val="5E5E5E"/>
                </a:solidFill>
                <a:latin typeface="Microsoft YaHei"/>
                <a:cs typeface="Microsoft YaHei"/>
              </a:rPr>
              <a:t>　</a:t>
            </a:r>
            <a:r>
              <a:rPr sz="3050">
                <a:solidFill>
                  <a:srgbClr val="5E5E5E"/>
                </a:solidFill>
                <a:latin typeface="Microsoft YaHei"/>
                <a:cs typeface="Microsoft YaHei"/>
              </a:rPr>
              <a:t>反対にリ</a:t>
            </a:r>
            <a:r>
              <a:rPr sz="3050" spc="-185">
                <a:solidFill>
                  <a:srgbClr val="5E5E5E"/>
                </a:solidFill>
                <a:latin typeface="Microsoft YaHei"/>
                <a:cs typeface="Microsoft YaHei"/>
              </a:rPr>
              <a:t>ア</a:t>
            </a:r>
            <a:r>
              <a:rPr sz="3050">
                <a:solidFill>
                  <a:srgbClr val="5E5E5E"/>
                </a:solidFill>
                <a:latin typeface="Microsoft YaHei"/>
                <a:cs typeface="Microsoft YaHei"/>
              </a:rPr>
              <a:t>ルに感じられる場合もある</a:t>
            </a:r>
            <a:r>
              <a:rPr sz="3050" spc="-50">
                <a:solidFill>
                  <a:srgbClr val="5E5E5E"/>
                </a:solidFill>
                <a:latin typeface="Microsoft YaHei"/>
                <a:cs typeface="Microsoft YaHei"/>
              </a:rPr>
              <a:t>。</a:t>
            </a:r>
            <a:r>
              <a:rPr sz="3050">
                <a:solidFill>
                  <a:srgbClr val="5E5E5E"/>
                </a:solidFill>
                <a:latin typeface="Microsoft YaHei"/>
                <a:cs typeface="Microsoft YaHei"/>
              </a:rPr>
              <a:t>（</a:t>
            </a:r>
            <a:r>
              <a:rPr sz="3050" dirty="0">
                <a:solidFill>
                  <a:srgbClr val="5E5E5E"/>
                </a:solidFill>
                <a:latin typeface="Microsoft YaHei"/>
                <a:cs typeface="Microsoft YaHei"/>
              </a:rPr>
              <a:t>どっちでも</a:t>
            </a:r>
            <a:r>
              <a:rPr sz="3050" spc="-25" dirty="0">
                <a:solidFill>
                  <a:srgbClr val="5E5E5E"/>
                </a:solidFill>
                <a:latin typeface="Microsoft YaHei"/>
                <a:cs typeface="Microsoft YaHei"/>
              </a:rPr>
              <a:t>OK）</a:t>
            </a:r>
            <a:endParaRPr sz="305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br>
              <a:rPr lang="en-US" sz="3050">
                <a:latin typeface="Microsoft YaHei"/>
                <a:cs typeface="Microsoft YaHei"/>
              </a:rPr>
            </a:br>
            <a:endParaRPr sz="305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lang="ja-JP" altLang="en-US" sz="3050" b="1" spc="-25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⑪</a:t>
            </a:r>
            <a:r>
              <a:rPr sz="3050" spc="-25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ここからさっき感じていたネガティブな感情  </a:t>
            </a:r>
            <a:r>
              <a:rPr sz="3050" spc="-2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の解除をしていきます。</a:t>
            </a:r>
            <a:endParaRPr sz="3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26099"/>
              </a:lnSpc>
              <a:spcBef>
                <a:spcPts val="590"/>
              </a:spcBef>
            </a:pPr>
            <a:r>
              <a:rPr sz="3050" spc="-4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★によって数分で終わる場合もあれば、５分以上かかる場合もあるので、その間は</a:t>
            </a:r>
            <a:r>
              <a:rPr sz="3050" spc="-5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リラックスして深めの呼吸をしながら待っててください。</a:t>
            </a:r>
            <a:endParaRPr sz="3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050" spc="-2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体感がある場合もあれば、ない場合もあります。</a:t>
            </a:r>
            <a:endParaRPr sz="3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lang="en-US" sz="3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050" spc="-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じゃあ、始めますね。</a:t>
            </a:r>
            <a:endParaRPr sz="3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74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楕円"/>
          <p:cNvSpPr/>
          <p:nvPr/>
        </p:nvSpPr>
        <p:spPr>
          <a:xfrm>
            <a:off x="9277313" y="4778398"/>
            <a:ext cx="5859149" cy="5607196"/>
          </a:xfrm>
          <a:prstGeom prst="ellipse">
            <a:avLst/>
          </a:prstGeom>
          <a:solidFill>
            <a:srgbClr val="FF8AD8">
              <a:alpha val="40098"/>
            </a:srgbClr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370" name="神遊びゾーン"/>
          <p:cNvSpPr txBox="1"/>
          <p:nvPr/>
        </p:nvSpPr>
        <p:spPr>
          <a:xfrm>
            <a:off x="1314930" y="2874091"/>
            <a:ext cx="5673031" cy="1362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1884" tIns="41884" rIns="41884" bIns="41884" anchor="ctr">
            <a:spAutoFit/>
          </a:bodyPr>
          <a:lstStyle>
            <a:lvl1pPr defTabSz="355600">
              <a:lnSpc>
                <a:spcPct val="150000"/>
              </a:lnSpc>
              <a:spcBef>
                <a:spcPts val="0"/>
              </a:spcBef>
              <a:defRPr sz="77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sz="6349"/>
              <a:t>神遊びゾーン</a:t>
            </a:r>
          </a:p>
        </p:txBody>
      </p:sp>
      <p:sp>
        <p:nvSpPr>
          <p:cNvPr id="371" name="楕円"/>
          <p:cNvSpPr/>
          <p:nvPr/>
        </p:nvSpPr>
        <p:spPr>
          <a:xfrm>
            <a:off x="5600306" y="4778397"/>
            <a:ext cx="5859148" cy="5607196"/>
          </a:xfrm>
          <a:prstGeom prst="ellipse">
            <a:avLst/>
          </a:prstGeom>
          <a:solidFill>
            <a:srgbClr val="FFFC79">
              <a:alpha val="40098"/>
            </a:srgbClr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372" name="楕円"/>
          <p:cNvSpPr/>
          <p:nvPr/>
        </p:nvSpPr>
        <p:spPr>
          <a:xfrm>
            <a:off x="7536334" y="1330654"/>
            <a:ext cx="5859149" cy="5607196"/>
          </a:xfrm>
          <a:prstGeom prst="ellipse">
            <a:avLst/>
          </a:prstGeom>
          <a:solidFill>
            <a:srgbClr val="7A81FF">
              <a:alpha val="40098"/>
            </a:srgbClr>
          </a:solidFill>
          <a:ln w="12700">
            <a:miter lim="400000"/>
          </a:ln>
        </p:spPr>
        <p:txBody>
          <a:bodyPr lIns="41884" tIns="41884" rIns="41884" bIns="41884" anchor="ctr"/>
          <a:lstStyle/>
          <a:p>
            <a:pPr algn="ctr" defTabSz="931932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2638"/>
          </a:p>
        </p:txBody>
      </p:sp>
      <p:sp>
        <p:nvSpPr>
          <p:cNvPr id="374" name="10次元（お役目）＝宇宙貢献"/>
          <p:cNvSpPr txBox="1"/>
          <p:nvPr/>
        </p:nvSpPr>
        <p:spPr>
          <a:xfrm>
            <a:off x="8633081" y="2811977"/>
            <a:ext cx="6274383" cy="186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1884" tIns="41884" rIns="41884" bIns="41884" anchor="ctr">
            <a:spAutoFit/>
          </a:bodyPr>
          <a:lstStyle>
            <a:lvl1pPr defTabSz="355600">
              <a:lnSpc>
                <a:spcPct val="100000"/>
              </a:lnSpc>
              <a:spcBef>
                <a:spcPts val="0"/>
              </a:spcBef>
              <a:defRPr sz="7000">
                <a:solidFill>
                  <a:srgbClr val="5E5E5E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rPr sz="5772"/>
              <a:t>10次元（お役目）＝宇宙貢献</a:t>
            </a:r>
          </a:p>
        </p:txBody>
      </p:sp>
      <p:sp>
        <p:nvSpPr>
          <p:cNvPr id="375" name="６次元（使命）  ＝自己実現"/>
          <p:cNvSpPr txBox="1"/>
          <p:nvPr/>
        </p:nvSpPr>
        <p:spPr>
          <a:xfrm>
            <a:off x="3664277" y="6568535"/>
            <a:ext cx="6192170" cy="2749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1884" tIns="41884" rIns="41884" bIns="41884" anchor="ctr">
            <a:spAutoFit/>
          </a:bodyPr>
          <a:lstStyle>
            <a:lvl1pPr defTabSz="355600">
              <a:lnSpc>
                <a:spcPct val="100000"/>
              </a:lnSpc>
              <a:spcBef>
                <a:spcPts val="0"/>
              </a:spcBef>
              <a:defRPr sz="7000">
                <a:solidFill>
                  <a:srgbClr val="5E5E5E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rPr sz="5772"/>
              <a:t>６次元（使命）　　＝</a:t>
            </a:r>
            <a:r>
              <a:rPr lang="ja-JP" altLang="en-US" sz="5772"/>
              <a:t>魂のテーマ</a:t>
            </a:r>
            <a:br>
              <a:rPr lang="en-US" altLang="ja-JP" sz="5772"/>
            </a:br>
            <a:r>
              <a:rPr lang="ja-JP" altLang="en-US" sz="5772"/>
              <a:t>　</a:t>
            </a:r>
            <a:r>
              <a:rPr sz="5772"/>
              <a:t>自己実現</a:t>
            </a:r>
            <a:r>
              <a:rPr lang="ja-JP" altLang="en-US" sz="5772"/>
              <a:t>・成長</a:t>
            </a:r>
            <a:endParaRPr sz="5772"/>
          </a:p>
        </p:txBody>
      </p:sp>
      <p:sp>
        <p:nvSpPr>
          <p:cNvPr id="376" name="３次元（自我）…"/>
          <p:cNvSpPr txBox="1"/>
          <p:nvPr/>
        </p:nvSpPr>
        <p:spPr>
          <a:xfrm>
            <a:off x="11792476" y="6919369"/>
            <a:ext cx="7557720" cy="186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1884" tIns="41884" rIns="41884" bIns="41884" anchor="ctr">
            <a:spAutoFit/>
          </a:bodyPr>
          <a:lstStyle/>
          <a:p>
            <a:pPr algn="ctr" defTabSz="293192">
              <a:defRPr sz="7000">
                <a:solidFill>
                  <a:srgbClr val="5E5E5E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5772"/>
              <a:t>３次元（自我）</a:t>
            </a:r>
          </a:p>
          <a:p>
            <a:pPr algn="ctr" defTabSz="293192">
              <a:defRPr sz="7000">
                <a:solidFill>
                  <a:srgbClr val="5E5E5E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pPr>
            <a:r>
              <a:rPr sz="5772"/>
              <a:t>＝楽しい・幸せ</a:t>
            </a:r>
            <a:r>
              <a:rPr lang="ja-JP" altLang="en-US" sz="5772"/>
              <a:t>・安心</a:t>
            </a:r>
            <a:endParaRPr sz="5772"/>
          </a:p>
        </p:txBody>
      </p:sp>
      <p:sp>
        <p:nvSpPr>
          <p:cNvPr id="10" name="６次元（使命）  ＝自己実現">
            <a:extLst>
              <a:ext uri="{FF2B5EF4-FFF2-40B4-BE49-F238E27FC236}">
                <a16:creationId xmlns:a16="http://schemas.microsoft.com/office/drawing/2014/main" id="{485A8D06-C16C-4CB2-A96B-6D96AC839361}"/>
              </a:ext>
            </a:extLst>
          </p:cNvPr>
          <p:cNvSpPr txBox="1"/>
          <p:nvPr/>
        </p:nvSpPr>
        <p:spPr>
          <a:xfrm>
            <a:off x="1786265" y="4198157"/>
            <a:ext cx="5417047" cy="130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1884" tIns="41884" rIns="41884" bIns="41884" anchor="ctr">
            <a:spAutoFit/>
          </a:bodyPr>
          <a:lstStyle>
            <a:lvl1pPr defTabSz="355600">
              <a:lnSpc>
                <a:spcPct val="100000"/>
              </a:lnSpc>
              <a:spcBef>
                <a:spcPts val="0"/>
              </a:spcBef>
              <a:defRPr sz="7000">
                <a:solidFill>
                  <a:srgbClr val="5E5E5E"/>
                </a:solidFill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rPr lang="ja-JP" altLang="en-US" sz="3958">
                <a:solidFill>
                  <a:srgbClr val="FF2F92"/>
                </a:solidFill>
                <a:latin typeface="Georgia"/>
                <a:sym typeface="Georgia"/>
              </a:rPr>
              <a:t>＝楽しいだけで</a:t>
            </a:r>
            <a:br>
              <a:rPr lang="en-US" altLang="ja-JP" sz="3958">
                <a:solidFill>
                  <a:srgbClr val="FF2F92"/>
                </a:solidFill>
                <a:latin typeface="Georgia"/>
                <a:sym typeface="Georgia"/>
              </a:rPr>
            </a:br>
            <a:r>
              <a:rPr lang="ja-JP" altLang="en-US" sz="3958">
                <a:solidFill>
                  <a:srgbClr val="FF2F92"/>
                </a:solidFill>
                <a:latin typeface="Georgia"/>
                <a:sym typeface="Georgia"/>
              </a:rPr>
              <a:t>　喜ばれるゾーン</a:t>
            </a:r>
            <a:endParaRPr sz="3958">
              <a:solidFill>
                <a:srgbClr val="FF2F92"/>
              </a:solidFill>
              <a:latin typeface="Georgia"/>
              <a:sym typeface="Georgia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D7622577-2C99-403B-82F9-553C05D41DEF}"/>
              </a:ext>
            </a:extLst>
          </p:cNvPr>
          <p:cNvCxnSpPr>
            <a:cxnSpLocks/>
          </p:cNvCxnSpPr>
          <p:nvPr/>
        </p:nvCxnSpPr>
        <p:spPr>
          <a:xfrm>
            <a:off x="6024353" y="4583369"/>
            <a:ext cx="4575518" cy="1993262"/>
          </a:xfrm>
          <a:prstGeom prst="straightConnector1">
            <a:avLst/>
          </a:prstGeom>
          <a:noFill/>
          <a:ln w="31750" cap="rnd">
            <a:solidFill>
              <a:srgbClr val="000000"/>
            </a:solidFill>
            <a:prstDash val="solid"/>
            <a:miter lim="400000"/>
            <a:tailEnd type="arrow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外から獲得するものは何もなくて…"/>
          <p:cNvSpPr txBox="1"/>
          <p:nvPr/>
        </p:nvSpPr>
        <p:spPr>
          <a:xfrm>
            <a:off x="1370124" y="1805890"/>
            <a:ext cx="18217412" cy="7697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1884" tIns="41884" rIns="41884" bIns="41884" anchor="ctr">
            <a:spAutoFit/>
          </a:bodyPr>
          <a:lstStyle/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4947"/>
              <a:t>外から獲得するものは何もなくて</a:t>
            </a:r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4947"/>
              <a:t>始めから全て「私」と「神様たち」の中にあったのだ。</a:t>
            </a:r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 sz="4947"/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4947"/>
              <a:t>そのことに「気づき」→「解放」していくと</a:t>
            </a:r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4947"/>
              <a:t>自分の中の</a:t>
            </a:r>
            <a:r>
              <a:rPr sz="4947">
                <a:solidFill>
                  <a:srgbClr val="FF2F92"/>
                </a:solidFill>
              </a:rPr>
              <a:t>創造神（魂）が解放され、もっともっと自由で</a:t>
            </a:r>
            <a:br>
              <a:rPr lang="en-US" sz="4947">
                <a:solidFill>
                  <a:srgbClr val="FF2F92"/>
                </a:solidFill>
              </a:rPr>
            </a:br>
            <a:r>
              <a:rPr sz="4947">
                <a:solidFill>
                  <a:srgbClr val="FF2F92"/>
                </a:solidFill>
              </a:rPr>
              <a:t>クリエイティブで、ピュアな「クリエイション（ビジネス） 」になっていく♡</a:t>
            </a:r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 sz="4947">
              <a:solidFill>
                <a:srgbClr val="FF2F92"/>
              </a:solidFill>
            </a:endParaRPr>
          </a:p>
          <a:p>
            <a:pPr defTabSz="10471">
              <a:tabLst>
                <a:tab pos="293192" algn="l"/>
                <a:tab pos="586384" algn="l"/>
                <a:tab pos="879577" algn="l"/>
                <a:tab pos="1172769" algn="l"/>
                <a:tab pos="1465961" algn="l"/>
                <a:tab pos="1759153" algn="l"/>
                <a:tab pos="2052345" algn="l"/>
                <a:tab pos="2345538" algn="l"/>
                <a:tab pos="2638730" algn="l"/>
                <a:tab pos="2931922" algn="l"/>
                <a:tab pos="3225114" algn="l"/>
                <a:tab pos="3518306" algn="l"/>
              </a:tabLst>
              <a:defRPr sz="6000" b="1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4947"/>
              <a:t>そしてそれは必ず</a:t>
            </a:r>
            <a:r>
              <a:rPr sz="4947">
                <a:solidFill>
                  <a:srgbClr val="FF2F92"/>
                </a:solidFill>
              </a:rPr>
              <a:t>「地球の未来」に必要なことだから</a:t>
            </a:r>
            <a:br>
              <a:rPr lang="en-US" sz="4947">
                <a:solidFill>
                  <a:srgbClr val="FF2F92"/>
                </a:solidFill>
              </a:rPr>
            </a:br>
            <a:r>
              <a:rPr sz="4947">
                <a:solidFill>
                  <a:srgbClr val="FF2F92"/>
                </a:solidFill>
              </a:rPr>
              <a:t>絶対に廃れない、必ず必要な人に届く！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9C57E494-0FC3-4815-B5E7-C45F623955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50" y="9470842"/>
            <a:ext cx="11887200" cy="22243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829458"/>
            <a:ext cx="20104100" cy="1687195"/>
          </a:xfrm>
          <a:custGeom>
            <a:avLst/>
            <a:gdLst/>
            <a:ahLst/>
            <a:cxnLst/>
            <a:rect l="l" t="t" r="r" b="b"/>
            <a:pathLst>
              <a:path w="20104100" h="1687195">
                <a:moveTo>
                  <a:pt x="0" y="0"/>
                </a:moveTo>
                <a:lnTo>
                  <a:pt x="0" y="1686728"/>
                </a:lnTo>
                <a:lnTo>
                  <a:pt x="20104100" y="1686728"/>
                </a:lnTo>
                <a:lnTo>
                  <a:pt x="201041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A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3250" y="1094887"/>
            <a:ext cx="7489190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神あそびビジネス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148" y="7837518"/>
            <a:ext cx="7935345" cy="2359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87856" y="3009140"/>
            <a:ext cx="13700125" cy="7015382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725"/>
              </a:spcBef>
            </a:pPr>
            <a:r>
              <a:rPr spc="190" dirty="0"/>
              <a:t>魂がやりたい！</a:t>
            </a:r>
          </a:p>
          <a:p>
            <a:pPr marL="59055">
              <a:lnSpc>
                <a:spcPct val="100000"/>
              </a:lnSpc>
              <a:spcBef>
                <a:spcPts val="1620"/>
              </a:spcBef>
            </a:pPr>
            <a:r>
              <a:rPr spc="90" dirty="0"/>
              <a:t>自分の理想の世界を体現したい！</a:t>
            </a:r>
          </a:p>
          <a:p>
            <a:pPr marL="59055">
              <a:lnSpc>
                <a:spcPct val="100000"/>
              </a:lnSpc>
              <a:spcBef>
                <a:spcPts val="1620"/>
              </a:spcBef>
            </a:pPr>
            <a:r>
              <a:rPr spc="495" dirty="0"/>
              <a:t>＝６</a:t>
            </a:r>
            <a:r>
              <a:rPr spc="515" dirty="0"/>
              <a:t>次元をやること</a:t>
            </a: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pc="515" dirty="0"/>
          </a:p>
          <a:p>
            <a:pPr marL="59055">
              <a:lnSpc>
                <a:spcPct val="100000"/>
              </a:lnSpc>
            </a:pPr>
            <a:r>
              <a:rPr spc="495" dirty="0"/>
              <a:t>それが、社会貢献になってゆくと信じること</a:t>
            </a:r>
          </a:p>
          <a:p>
            <a:pPr marL="59055">
              <a:lnSpc>
                <a:spcPct val="100000"/>
              </a:lnSpc>
              <a:spcBef>
                <a:spcPts val="1625"/>
              </a:spcBef>
            </a:pPr>
            <a:r>
              <a:rPr spc="355" dirty="0"/>
              <a:t>＝</a:t>
            </a:r>
            <a:r>
              <a:rPr spc="355"/>
              <a:t>６</a:t>
            </a:r>
            <a:r>
              <a:rPr spc="385"/>
              <a:t>次元ビジネ</a:t>
            </a:r>
            <a:r>
              <a:rPr lang="ja-JP" altLang="en-US" spc="385"/>
              <a:t>ス</a:t>
            </a:r>
            <a:endParaRPr lang="en-US" altLang="ja-JP" spc="385"/>
          </a:p>
          <a:p>
            <a:pPr marL="59055">
              <a:lnSpc>
                <a:spcPct val="100000"/>
              </a:lnSpc>
              <a:spcBef>
                <a:spcPts val="1625"/>
              </a:spcBef>
            </a:pPr>
            <a:r>
              <a:rPr spc="355"/>
              <a:t>＝</a:t>
            </a:r>
            <a:r>
              <a:rPr spc="355" dirty="0"/>
              <a:t>神あそびビジネス！</a:t>
            </a:r>
            <a:endParaRPr spc="355"/>
          </a:p>
        </p:txBody>
      </p:sp>
    </p:spTree>
    <p:extLst>
      <p:ext uri="{BB962C8B-B14F-4D97-AF65-F5344CB8AC3E}">
        <p14:creationId xmlns:p14="http://schemas.microsoft.com/office/powerpoint/2010/main" val="12357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地力・神力を信頼する✨…"/>
          <p:cNvSpPr txBox="1"/>
          <p:nvPr/>
        </p:nvSpPr>
        <p:spPr>
          <a:xfrm>
            <a:off x="3878272" y="3470289"/>
            <a:ext cx="12347558" cy="3992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884" tIns="41884" rIns="41884" bIns="41884" anchor="ctr">
            <a:spAutoFit/>
          </a:bodyPr>
          <a:lstStyle/>
          <a:p>
            <a:pPr algn="ctr" defTabSz="293192">
              <a:defRPr sz="77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6349"/>
              <a:t>地力・神力を信頼する✨</a:t>
            </a:r>
          </a:p>
          <a:p>
            <a:pPr algn="ctr" defTabSz="293192">
              <a:defRPr sz="77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 sz="6349"/>
          </a:p>
          <a:p>
            <a:pPr algn="ctr" defTabSz="293192">
              <a:defRPr sz="77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6349"/>
              <a:t>地力＝地球の力・身体３次元の力</a:t>
            </a:r>
          </a:p>
          <a:p>
            <a:pPr algn="ctr" defTabSz="293192">
              <a:defRPr sz="7700" b="1">
                <a:solidFill>
                  <a:srgbClr val="FF2F9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6349"/>
              <a:t>神力＝神様や宇宙全体の力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653</Words>
  <Application>Microsoft Office PowerPoint</Application>
  <PresentationFormat>ユーザー設定</PresentationFormat>
  <Paragraphs>155</Paragraphs>
  <Slides>19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19</vt:i4>
      </vt:variant>
    </vt:vector>
  </HeadingPairs>
  <TitlesOfParts>
    <vt:vector size="40" baseType="lpstr">
      <vt:lpstr>Canela Bold</vt:lpstr>
      <vt:lpstr>Canela Deck Regular</vt:lpstr>
      <vt:lpstr>Canela Regular</vt:lpstr>
      <vt:lpstr>Canela Text Regular</vt:lpstr>
      <vt:lpstr>Graphik</vt:lpstr>
      <vt:lpstr>Graphik Medium</vt:lpstr>
      <vt:lpstr>Graphik Semibold</vt:lpstr>
      <vt:lpstr>Microsoft JhengHei</vt:lpstr>
      <vt:lpstr>Microsoft YaHei</vt:lpstr>
      <vt:lpstr>MS PGothic</vt:lpstr>
      <vt:lpstr>ＭＳ ゴシック</vt:lpstr>
      <vt:lpstr>Produkt Light</vt:lpstr>
      <vt:lpstr>ヒラギノ角ゴ ProN W3</vt:lpstr>
      <vt:lpstr>ヒラギノ角ゴ ProN W6</vt:lpstr>
      <vt:lpstr>メイリオ</vt:lpstr>
      <vt:lpstr>游ゴシック</vt:lpstr>
      <vt:lpstr>Arial</vt:lpstr>
      <vt:lpstr>Georgia</vt:lpstr>
      <vt:lpstr>Segoe UI Symbol</vt:lpstr>
      <vt:lpstr>Office Theme</vt:lpstr>
      <vt:lpstr>23_ClassicWhite</vt:lpstr>
      <vt:lpstr>魂の３大原則</vt:lpstr>
      <vt:lpstr>神あそびビジネス</vt:lpstr>
      <vt:lpstr>神あそびビジネス</vt:lpstr>
      <vt:lpstr>神あそびビジネス</vt:lpstr>
      <vt:lpstr>神あそびビジネス</vt:lpstr>
      <vt:lpstr>神あそびビジネス</vt:lpstr>
      <vt:lpstr>神あそびビジネス</vt:lpstr>
      <vt:lpstr>神あそびビジネス</vt:lpstr>
      <vt:lpstr>神あそびビジネス</vt:lpstr>
      <vt:lpstr>神あそびビジネス</vt:lpstr>
      <vt:lpstr>PowerPoint プレゼンテーション</vt:lpstr>
      <vt:lpstr>③その状態がこのままずーっと続いたら、最終的にどうなると思いますか？</vt:lpstr>
      <vt:lpstr>不信感喪失感不安 悲しみ恐怖</vt:lpstr>
      <vt:lpstr>⑥〇〇さんが、▲ができて△のようになれたら、 〇〇さんの家族やクライアントさんは、どんなふうに変わりますか？ </vt:lpstr>
      <vt:lpstr>⑩いいですね！！！</vt:lpstr>
      <vt:lpstr>PowerPoint プレゼンテーション</vt:lpstr>
      <vt:lpstr>PowerPoint プレゼンテーション</vt:lpstr>
      <vt:lpstr>神あそびビジネス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６次元ビジネス億LABO　神あそびビジネス</dc:title>
  <dc:creator>user</dc:creator>
  <cp:lastModifiedBy>Meiko OOZEKI</cp:lastModifiedBy>
  <cp:revision>10</cp:revision>
  <dcterms:created xsi:type="dcterms:W3CDTF">2026-06-11T00:35:46Z</dcterms:created>
  <dcterms:modified xsi:type="dcterms:W3CDTF">2026-06-11T05:54:34Z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2025-09-11T00:00:00Z</vt:filetime>
  </property>
  <property fmtid="{D5CDD505-2E9C-101B-9397-08002B2CF9AE}" pid="4" name="Creator">
    <vt:lpwstr>Keynote</vt:lpwstr>
  </property>
  <property fmtid="{D5CDD505-2E9C-101B-9397-08002B2CF9AE}" pid="5" name="LastSaved">
    <vt:filetime>2026-06-11T00:00:00Z</vt:filetime>
  </property>
  <property fmtid="{D5CDD505-2E9C-101B-9397-08002B2CF9AE}" pid="6" name="Producer">
    <vt:lpwstr>macOS バージョン15.6.1（ビルド24G90） Quartz PDFContext</vt:lpwstr>
  </property>
</Properties>
</file>